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isierung" id="{deda42e9-88c9-67a8-d2bf-8370181d76a8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ultipass und cloud-init" id="{8ce603e4-467d-6b0c-ac0a-a8b10f261e8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theorie/01-virtualisierung.md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Hyper-V-Manager öffnen und eine laufende Multipass-VM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 1 direkt auf der Hardware, Typ 2 als Programm auf einem Betriebssystem.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Spezialfall Hyper-V unter Windows: Windows läuft danach selbst als VM auf dem Hypervisor → Typ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Für ICT-Fachleute reicht diese Ebene. Zeitscheiben und Swap nur auf Nachfrage vertiefen.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Container teilen den Kernel, VMs bringen ein ganzes Betriebssystem mit. Container sind optional (⭐ Auftrag 1.7).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Multipass lädt Ubuntu selbst herunter und verwendet im Hintergrund Hyper-V.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Auftrag 1.4: Zeiten der Klasse abfragen, auf 10 Server hochrechnen. Live-Demo: multipass launch --name auto --cloud-init cloud-init-tag1.yaml. Betonen: läuft nur beim ersten Start. In Azure an Tag 5 genau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 Auftrag 1.6. Beide Dateien entstehen zusammen mit ssh-keygen und passen nur zueinander. Aus dem Schloss lässt sich der Schlüssel nicht nachbauen. Live: ssh-keygen -t ed25519.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Einmal: öffentlichen Schlüssel in authorized_keys kopieren (Auftrag 1.6, Schritt 3a). 2 ssh ubuntu@&lt;IP&gt;. 3 Server schickt eine Prüfaufgabe mit Zufallszahl. 4 Laptop löst sie mit dem privaten Schlüssel, Server prüft mit dem öffentlichen. Betonen: Der private Schlüssel geht nie über das Netz. Die Frage «Are you sure…» beim ersten Verbinden: Der Server zeigt seinen eigenen Host-Schlüssel, mit yes landet er in known_hosts.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VirtualBox Typ 2, Hyper-V Typ 1. Nur beim ersten Start. Nein, Container teilen den Kernel.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d01384da-f513-40b3-985e-441cf1c86f9e\scratchpad\arbeit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d01384da-f513-40b3-985e-441cf1c86f9e\scratchpad\arbeit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Virtualisierung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Inputs Tag 1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Darum geht's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ayerGrou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ayerGroup" descr="C:\Users\Thanam\AppData\Local\Temp\claude\c--Projekt-Trainings-azure-basics-training\d01384da-f513-40b3-985e-441cf1c86f9e\scratchpad\arbeit\assets\icons\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er macht und welche Typen es gibt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emory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emory" descr="C:\Users\Thanam\AppData\Local\Temp\claude\c--Projekt-Trainings-azure-basics-training\d01384da-f513-40b3-985e-441cf1c86f9e\scratchpad\arbeit\assets\icons\Fa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Hardware teilen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CPU, RAM und Festplatte für jede VM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d01384da-f513-40b3-985e-441cf1c86f9e\scratchpad\arbeit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Multipass und cloud-init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mit einem Befehl – und automatisch eingerichtet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Ke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Key" descr="C:\Users\Thanam\AppData\Local\Temp\claude\c--Projekt-Trainings-azure-basics-training\d01384da-f513-40b3-985e-441cf1c86f9e\scratchpad\arbeit\assets\icons\Fa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SSH-Schlüssel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Zugang zu Servern in der Cloud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Virtualisierung?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d01384da-f513-40b3-985e-441cf1c86f9e\scratchpad\arbeit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Ein Mehrfamilienhaus: ein Gebäude, aber jede Wohnung hat eigene Tür, Möbel und Bewohner. Die Hausverwaltung teilt Wasser, Strom und Heizung zu.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Gebäude = Hardware · Wohnung = virtuelle Maschine (VM) · Hausverwaltung = Hypervisor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Ein Server ohne Virtualisierung ist oft nur zu 10–20 % ausgelastet – mit Virtualisierung laufen viele VMs darauf.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Hypervisor Typ 1 und Typ 2</a:t>
            </a:r>
            <a:endParaRPr lang="en-US" sz="3400" dirty="0"/>
          </a:p>
        </p:txBody>
      </p:sp>
      <p:pic>
        <p:nvPicPr>
          <p:cNvPr id="3" name="diagramm" descr="Hypervisor Typ 1 und Ty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669"/>
            <a:ext cx="11094415" cy="36621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Typ 1 oder Typ 2?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d01384da-f513-40b3-985e-441cf1c86f9e\scratchpad\arbeit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1 – bare metal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direkt auf der Hardware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hohe Leistung, kein Betriebssystem dazwischen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 und Cloud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Hyper-V, VMware ESXi, KVM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aptop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aptop" descr="C:\Users\Thanam\AppData\Local\Temp\claude\c--Projekt-Trainings-azure-basics-training\d01384da-f513-40b3-985e-441cf1c86f9e\scratchpad\arbeit\assets\icons\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Typ 2 – hosted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läuft als Programm auf Windows, macOS, Linux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etwas weniger Leistung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Laptop, Tests, Schulung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VirtualBox, VMware Workstation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Auch Azure läuft auf einer angepassten Version von Hyper-V.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VMs teilen sich die Hardware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8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Prozessoren im Laptop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4338218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38218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3 × 4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VMs mit je 4 vCPUs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8127797" y="13258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27797" y="1508760"/>
            <a:ext cx="3515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12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6974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vCPUs zusammen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Die VMs teilen sich die echten Prozessoren abwechselnd. Das heisst Überbuchung (Overcommitment).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Solange nicht alle gleichzeitig voll arbeiten, merkt man nichts. Sonst wird es langsam.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 und Container</a:t>
            </a:r>
            <a:endParaRPr lang="en-US" sz="3400" dirty="0"/>
          </a:p>
        </p:txBody>
      </p:sp>
      <p:pic>
        <p:nvPicPr>
          <p:cNvPr id="3" name="diagramm" descr="VM und Contai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560"/>
            <a:ext cx="11094415" cy="39718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Automatisch statt von Hand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Multipass und cloud-init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Multipass: eine VM mit einem Befehl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5836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launch --name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list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shell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exec vm1 -- free -h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stop vm1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multipass delete --purge vm1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1325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erstellen und starten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468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alle VMs 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3611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shell / exec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in der VM arbeiten / einen Befehl ausführen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754880"/>
            <a:ext cx="41449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stop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VM stoppen / endgültig löschen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die VM richtet sich selbst ein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68096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1323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tree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/opt/willkommen.txt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Diese Datei hat cloud-init erstellt.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runcmd: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echo "Fertig am $(date)" &gt;&gt; /opt/willkommen.txt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1325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2468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Programme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595360" y="3611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595360" y="4754880"/>
            <a:ext cx="3047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ausführen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SSH-Schlüssel: Schloss und Schlüssel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d01384da-f513-40b3-985e-441cf1c86f9e\scratchpad\arbeit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Öffentlicher Schlüssel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id_ed25519.pub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das Schloss – kommt auf den Server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darf jeder sehen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Key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Key" descr="C:\Users\Thanam\AppData\Local\Temp\claude\c--Projekt-Trainings-azure-basics-training\d01384da-f513-40b3-985e-441cf1c86f9e\scratchpad\arbeit\assets\icons\Fa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Privater Schlüssel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id_ed25519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der einzige Schlüssel zum Schloss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auf deinem Laptop – nie weitergeben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Warum kein Passwort? Bots probieren im Internet ständig Passwörter durch. Einen Schlüssel kann man nicht erraten.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läuft die Anmeldung ab</a:t>
            </a:r>
            <a:endParaRPr lang="en-US" sz="3400" dirty="0"/>
          </a:p>
        </p:txBody>
      </p:sp>
      <p:pic>
        <p:nvPicPr>
          <p:cNvPr id="3" name="diagramm" descr="So läuft die Anmeldung 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775" y="1325880"/>
            <a:ext cx="9456145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d01384da-f513-40b3-985e-441cf1c86f9e\scratchpad\arbeit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Hypervisor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Typ 1 oder Typ 2: VirtualBox, Hyper-V?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d01384da-f513-40b3-985e-441cf1c86f9e\scratchpad\arbeit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Wann arbeitet cloud-init die Datei ab?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d01384da-f513-40b3-985e-441cf1c86f9e\scratchpad\arbeit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Docker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Kollege sagt: «Docker ist auch ein Hypervisor.» Stimmt das?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d01384da-f513-40b3-985e-441cf1c86f9e\scratchpad\arbeit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theorie/01-virtualisierung.md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d01384da-f513-40b3-985e-441cf1c86f9e\scratchpad\arbeit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und Canonical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Virtualisierung? · Multipass-Dokumentation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d01384da-f513-40b3-985e-441cf1c86f9e\scratchpad\arbeit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Virtualisierung, Multipass, SSH, KN01 (übernommen und vereinfacht)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1.1–1.6 · ⭐ 1.7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Virtualisierung</dc:title>
  <dc:subject>PptxGenJS Presentation</dc:subject>
  <dc:creator>PAT Cloud Solutions</dc:creator>
  <cp:lastModifiedBy>PAT Cloud Solutions</cp:lastModifiedBy>
  <cp:revision>1</cp:revision>
  <dcterms:created xsi:type="dcterms:W3CDTF">2026-10-26T15:02:14Z</dcterms:created>
  <dcterms:modified xsi:type="dcterms:W3CDTF">2026-10-26T15:02:14Z</dcterms:modified>
</cp:coreProperties>
</file>