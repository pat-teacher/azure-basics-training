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irtualisierung" id="{611d5e2b-c4de-cd2f-a0f2-5fafb4f866e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VM-Netzwerk" id="{d71462b8-c523-40de-de8c-d76ebfdb9930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theorie/01-virtualisierung.md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VirtualBox öffnen, eine VM zeigen, Einstellungen CPU/RAM/Disk.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 1 direkt auf der Hardware, Typ 2 als Programm auf einem Betriebssystem.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Spezialfall Hyper-V unter Windows: Windows läuft danach selbst als VM auf dem Hypervisor → Typ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Eine einzelne VM bekommt höchstens so viele vCPUs, wie der Host logische Prozessoren 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Netzwerkadapter in VirtualBox umstellen, ip a in der VM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ssh-keygen -t ed25519, dann Login ohne Passwort.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= Vorlage, Container = laufende Instanz. Registries wie Docker Hub. Container sind optional (⭐ Auftrag 1.5).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Nein, Container teilen den Kernel. Zeitscheiben. Gewollt – NAT versteckt die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1 und 2 · Tag 1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Darum geht's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a9e0bf4e-0d08-4082-a38a-5b8886538508\scratchpad\pptx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er macht und welche Typen es gibt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Memory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Memory" descr="C:\Users\Thanam\AppData\Local\Temp\claude\c--Projekt-Trainings-azure-basics-training\a9e0bf4e-0d08-4082-a38a-5b8886538508\scratchpad\pptx\assets\icons\FaMem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Overcommitment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Warum man mehr zuweisen kann, als da ist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NetworkWired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NetworkWired" descr="C:\Users\Thanam\AppData\Local\Temp\claude\c--Projekt-Trainings-azure-basics-training\a9e0bf4e-0d08-4082-a38a-5b8886538508\scratchpad\pptx\assets\icons\FaNetworkWi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VM-Netzwerk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NAT, Netzwerkbrücke, Portweiterleitung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Copy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Copy" descr="C:\Users\Thanam\AppData\Local\Temp\claude\c--Projekt-Trainings-azure-basics-training\a9e0bf4e-0d08-4082-a38a-5b8886538508\scratchpad\pptx\assets\icons\FaCop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Snapshots und Container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Zustände sichern – und die leichte Alternative zur VM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ist Virtualisierung?</a:t>
            </a:r>
            <a:endParaRPr lang="en-US" sz="3400" dirty="0"/>
          </a:p>
        </p:txBody>
      </p:sp>
      <p:sp>
        <p:nvSpPr>
          <p:cNvPr id="3" name="vergleich-box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47518"/>
            <a:ext cx="665683" cy="6656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1691640"/>
            <a:ext cx="8625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7303A"/>
                </a:solidFill>
              </a:rPr>
              <a:t>Ein Mehrfamilienhaus: ein Gebäude, aber jede Wohnung hat eigene Tür, Möbel und Bewohner. Die Hausverwaltung teilt Wasser, Strom und Heizung zu.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Gebäude = Hardware · Wohnung = virtuelle Maschine (VM) · Hausverwaltung = Hypervisor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Ein Server ohne Virtualisierung ist oft nur zu 10–20 % ausgelastet – mit Virtualisierung laufen viele VMs darauf.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Hypervisor Typ 1 und Typ 2</a:t>
            </a:r>
            <a:endParaRPr lang="en-US" sz="3400" dirty="0"/>
          </a:p>
        </p:txBody>
      </p:sp>
      <p:pic>
        <p:nvPicPr>
          <p:cNvPr id="3" name="diagramm" descr="Hypervisor Typ 1 und Typ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669"/>
            <a:ext cx="11094415" cy="36621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Typ 1 oder Typ 2?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erver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Typ 1 – bare metal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läuft direkt auf der Hardware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hohe Leistung, kein Betriebssystem dazwischen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Rechenzentren und Cloud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Hyper-V, VMware ESXi, KVM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Laptop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Laptop" descr="C:\Users\Thanam\AppData\Local\Temp\claude\c--Projekt-Trainings-azure-basics-training\a9e0bf4e-0d08-4082-a38a-5b8886538508\scratchpad\pptx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Typ 2 – hosted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läuft als Programm auf Windows, macOS, Linux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etwas weniger Leistung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Laptop, Tests, Schulung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VirtualBox, VMware Workstation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Auch Azure läuft auf einer angepassten Version von Hyper-V.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Overcommitment: mehr zuweisen, als da ist</a:t>
            </a:r>
            <a:endParaRPr lang="en-US" sz="3400" dirty="0"/>
          </a:p>
        </p:txBody>
      </p:sp>
      <p:sp>
        <p:nvSpPr>
          <p:cNvPr id="3" name="kennzahl"/>
          <p:cNvSpPr/>
          <p:nvPr/>
        </p:nvSpPr>
        <p:spPr>
          <a:xfrm>
            <a:off x="548640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8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logische Prozessoren im Laptop</a:t>
            </a:r>
            <a:endParaRPr lang="en-US" sz="1500" dirty="0"/>
          </a:p>
        </p:txBody>
      </p:sp>
      <p:sp>
        <p:nvSpPr>
          <p:cNvPr id="6" name="kennzahl"/>
          <p:cNvSpPr/>
          <p:nvPr/>
        </p:nvSpPr>
        <p:spPr>
          <a:xfrm>
            <a:off x="4338218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38218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3 × 4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VMs mit je 4 vCPUs</a:t>
            </a:r>
            <a:endParaRPr lang="en-US" sz="1500" dirty="0"/>
          </a:p>
        </p:txBody>
      </p:sp>
      <p:sp>
        <p:nvSpPr>
          <p:cNvPr id="9" name="kennzahl"/>
          <p:cNvSpPr/>
          <p:nvPr/>
        </p:nvSpPr>
        <p:spPr>
          <a:xfrm>
            <a:off x="8127797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27797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12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vCPUs zugewiesen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CPU: vCPUs teilen sich die echten Kerne in Zeitscheiben – gut, solange nicht alle gleichzeitig Volllast haben.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RAM: Reicht der Speicher nicht, lagert der Host auf die Disk aus – dann wird alles sehr langsam.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VM-Netzwerk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2 · NAT, Netzwerkbrücke und SSH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NAT und Netzwerkbrücke</a:t>
            </a:r>
            <a:endParaRPr lang="en-US" sz="3400" dirty="0"/>
          </a:p>
        </p:txBody>
      </p:sp>
      <p:pic>
        <p:nvPicPr>
          <p:cNvPr id="3" name="diagramm" descr="NAT und Netzwerkbrüc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Drei Netzwerkmodi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929464"/>
                <a:gridCol w="6270756"/>
                <a:gridCol w="28941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Modus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passiert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Wann verwenden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NAT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VM in eigenem privatem Netz (10.0.2.x), erreicht das Internet, von aussen unsichtbar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Standard, sicher in fremden Netzen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NAT + Portweiterleitung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Einzelne Ports gezielt weiterleiten, z. B. 127.0.0.1:2222 → VM:22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 vom eigenen Laptop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Netzwerkbrücke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VM hängt direkt im WLAN und bekommt eine eigene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andere Geräte sollen die VM erreichen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Host-only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Laptop und VMs sehen sich, kein Internet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isolierte Testnetze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Die Portweiterleitung ist dieselbe Idee wie eine NSG-Regel in Azure (Tag 4).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SSH-Schlüssel: Schloss und Schlüssel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709160"/>
          </a:xfrm>
          <a:prstGeom prst="roundRect">
            <a:avLst>
              <a:gd name="adj" fmla="val 233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ock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Öffentlicher Schlüssel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id_ed25519.pub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das Schloss – an beliebig viele Türen montieren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liegt auf dem Server in ~/.ssh/authorized_keys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darf jeder sehen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709160"/>
          </a:xfrm>
          <a:prstGeom prst="roundRect">
            <a:avLst>
              <a:gd name="adj" fmla="val 233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Key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Privater Schlüssel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id_ed25519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der einzige Schlüssel zum Schloss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bleibt auf deinem Laptop in ~/.ssh/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nie teilen, nie in Git, nie per Chat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Snapshot und Klon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709160"/>
          </a:xfrm>
          <a:prstGeom prst="roundRect">
            <a:avLst>
              <a:gd name="adj" fmla="val 233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amera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amera" descr="C:\Users\Thanam\AppData\Local\Temp\claude\c--Projekt-Trainings-azure-basics-training\a9e0bf4e-0d08-4082-a38a-5b8886538508\scratchpad\pptx\assets\icons\Fa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Snapshot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speichert den Zustand der Disk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Wiederherstellen: alles danach ist weg – auch Gewolltes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vor riskanten Änderungen machen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Ersetzt er ein Backup? → Auftrag 1.4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709160"/>
          </a:xfrm>
          <a:prstGeom prst="roundRect">
            <a:avLst>
              <a:gd name="adj" fmla="val 233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Clone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Clone" descr="C:\Users\Thanam\AppData\Local\Temp\claude\c--Projekt-Trainings-azure-basics-training\a9e0bf4e-0d08-4082-a38a-5b8886538508\scratchpad\pptx\assets\icons\FaCl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Klon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Kopie der ganzen VM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verknüpfter Klon: nur Unterschiede, wenig Platz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Achtung: gleicher Hostname, gleiche SSH-Schlüssel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 und Container</a:t>
            </a:r>
            <a:endParaRPr lang="en-US" sz="3400" dirty="0"/>
          </a:p>
        </p:txBody>
      </p:sp>
      <p:pic>
        <p:nvPicPr>
          <p:cNvPr id="3" name="diagramm" descr="VM und Contai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560"/>
            <a:ext cx="11094415" cy="397180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Docker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 Kollege sagt: «Docker ist auch ein Hypervisor.» Stimmt das?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Overcommitment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8 logische Prozessoren, drei VMs mit je 4 vCPUs – wie geht das?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Dein Partner erreicht deine VM nicht. Fehler oder gewollt?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theorie/01-virtualisierung.md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Virtualisierung? · Container im Vergleich zu virtuellen Computern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Virtualisierung &amp; Hypervisor (Texte und Grafik übernommen)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1.1: Hypervisor und dein Laptop · Auftrag 1.3: Netzwerk und SSH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Virtualisierung</dc:title>
  <dc:subject>PptxGenJS Presentation</dc:subject>
  <dc:creator>PAT Cloud Solutions</dc:creator>
  <cp:lastModifiedBy>PAT Cloud Solutions</cp:lastModifiedBy>
  <cp:revision>1</cp:revision>
  <dcterms:created xsi:type="dcterms:W3CDTF">2026-10-19T14:39:59Z</dcterms:created>
  <dcterms:modified xsi:type="dcterms:W3CDTF">2026-10-19T14:39:59Z</dcterms:modified>
</cp:coreProperties>
</file>