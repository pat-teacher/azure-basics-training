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Net" id="{13031f18-d7e4-52ce-414d-ebcdc4ac0ca0}">
          <p14:sldIdLst>
            <p14:sldId id="256"/>
            <p14:sldId id="257"/>
            <p14:sldId id="258"/>
            <p14:sldId id="259"/>
            <p14:sldId id="260"/>
          </p14:sldIdLst>
        </p14:section>
        <p14:section name="NSG" id="{510385fd-0d97-3d30-b146-8cc9eb490745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theorie/06-azure-networking.md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 2026 sind neue Subnetze standardmässig privat (kein Default Outbound Access). Vor dem Kurs im Student-Abo testen.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NSG erstellen, Regel für Port 80 hinzufügen, an Subnetz hängen, im Browser testen.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Fehlersuche der Reihe nach: IP, NSG Subnetz, NSG NIC, OS-Firewall, Dienst. Im Portal: effektive Sicherheitsregeln.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16 − 5 = 11. Nein, Regel 100 zuerst. Ja, stateful.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Networking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und 2 · Tag 4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VNet, Adressraum, Subnetz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VNet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eigenes, isoliertes Netz in Azure – ein Firmengelände mit Zaun. Liegt in einer Region.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apMarked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apMarkedAlt" descr="C:\Users\Thanam\AppData\Local\Temp\claude\c--Projekt-Trainings-azure-basics-training\a9e0bf4e-0d08-4082-a38a-5b8886538508\scratchpad\pptx\assets\icons\FaMapMarke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Adressraum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IP-Bereich des VNets, z. B. 10.10.0.0/16. Nur private Bereiche verwenden.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itemap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itemap" descr="C:\Users\Thanam\AppData\Local\Temp\claude\c--Projekt-Trainings-azure-basics-training\a9e0bf4e-0d08-4082-a38a-5b8886538508\scratchpad\pptx\assets\icons\Fa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Subnetz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Teil des VNets, z. B. 10.10.1.0/24 – ein Gebäude auf dem Gelände. Jede NIC hängt in genau einem.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CIDR in Kürze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12875"/>
                <a:gridCol w="2017166"/>
                <a:gridCol w="2521458"/>
                <a:gridCol w="5042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CIDR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Adressen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 Azure nutzbar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Beispiel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/16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65 536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 (Adressraum)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10.10.0.0 – 10.10.255.255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10.10.1.0 – 10.10.1.255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10.10.3.0 – 10.10.3.31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/29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kleinstes erlaubtes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Je grösser die Zahl nach dem /, desto kleiner das Netz.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Azure reserviert 5 Adressen pro Subnetz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Netzadresse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2822387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22387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.1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005267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Gateway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5096134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96134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.2 .3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5279014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Azure-DNS</a:t>
            </a:r>
            <a:endParaRPr lang="en-US" sz="1500" dirty="0"/>
          </a:p>
        </p:txBody>
      </p:sp>
      <p:sp>
        <p:nvSpPr>
          <p:cNvPr id="12" name="kennzahl"/>
          <p:cNvSpPr/>
          <p:nvPr/>
        </p:nvSpPr>
        <p:spPr>
          <a:xfrm>
            <a:off x="7369881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9881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.255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7552761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Broadcast</a:t>
            </a:r>
            <a:endParaRPr lang="en-US" sz="1500" dirty="0"/>
          </a:p>
        </p:txBody>
      </p:sp>
      <p:sp>
        <p:nvSpPr>
          <p:cNvPr id="15" name="kennzahl"/>
          <p:cNvSpPr/>
          <p:nvPr/>
        </p:nvSpPr>
        <p:spPr>
          <a:xfrm>
            <a:off x="9643628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43628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.4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826508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erste VM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In 10.10.1.0/24 bekommt die erste VM darum 10.10.1.4.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Rechne beim Planen immer mit 5 Adressen weniger.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IP-Adressen in Azure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 IP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nur im VNet erreichbar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kommt aus dem Subnetz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bei Neustarts gleich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 IP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eigene Ressource, statisch (Standard-SKU)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kostet auch bei gestoppter VM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gesperrt, bis eine NSG-Regel erlaubt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Achtung: Eine VM ohne öffentliche IP kommt in neuen Subnetzen evtl. nicht ins Internet (z. B. apt).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Network Security Groups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2 · Tag 4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NSG: ein Türsteher mit Gästeliste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DoorOpen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Er geht die Liste von oben nach unten durch. Der erste Eintrag, der passt, entscheidet.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Jede Regel: Priorität (100–4096, kleine Zahl zuerst), Quelle, Ziel, Zielport, Protokoll, Allow/Deny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Verknüpfen mit einem Subnetz (empfohlen) oder einer NIC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VNet, Subnetze und NSG</a:t>
            </a:r>
            <a:endParaRPr lang="en-US" sz="3400" dirty="0"/>
          </a:p>
        </p:txBody>
      </p:sp>
      <p:pic>
        <p:nvPicPr>
          <p:cNvPr id="3" name="diagramm" descr="VNet, Subnetze und NS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26" y="1325880"/>
            <a:ext cx="9091042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Standardregeln (eingehend)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13733"/>
                <a:gridCol w="4437766"/>
                <a:gridCol w="5042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Priorität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Regel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Wirkung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65000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AllowVnetInBound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Verkehr innerhalb des VNets erlaubt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65001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AllowAzureLoadBalancerInBound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Azure-Load-Balancer erlaubt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65500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DenyAllInBound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 andere blockiert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Eigene Regel mit kleinerer Prioritätszahl wird früher geprüft und übersteuert die Standardregeln.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Merke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Exchange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ExchangeAlt" descr="C:\Users\Thanam\AppData\Local\Temp\claude\c--Projekt-Trainings-azure-basics-training\a9e0bf4e-0d08-4082-a38a-5b8886538508\scratchpad\pptx\assets\icons\FaExchang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Stateful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Ist die Anfrage erlaubt, darf die Antwort automatisch zurück.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UserShield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UserShield" descr="C:\Users\Thanam\AppData\Local\Temp\claude\c--Projekt-Trainings-azure-basics-training\a9e0bf4e-0d08-4082-a38a-5b8886538508\scratchpad\pptx\assets\icons\Fa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Quelle einschränken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SSH (22) nie für Any, nur für deine IP.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Plug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Plug" descr="C:\Users\Thanam\AppData\Local\Temp\claude\c--Projekt-Trainings-azure-basics-training\a9e0bf4e-0d08-4082-a38a-5b8886538508\scratchpad\pptx\assets\icons\FaPlu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Wichtige Ports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22 SSH · 80 HTTP · 443 HTTPS · 3389 RDP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Der Weg einer Anfrage</a:t>
            </a:r>
            <a:endParaRPr lang="en-US" sz="3400" dirty="0"/>
          </a:p>
        </p:txBody>
      </p:sp>
      <p:pic>
        <p:nvPicPr>
          <p:cNvPr id="3" name="diagramm" descr="Der Weg einer Anf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0225"/>
            <a:ext cx="11094415" cy="26404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Rechnen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Wie viele VMs passen höchstens in 10.10.1.0/28?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Priorität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Regel 100 «Deny TCP 80», Regel 200 «Allow TCP 80». Ist die Website erreichbar?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Antwort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Keine ausgehende Regel erstellt – kommt die Antwort trotzdem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theorie/06-azure-networking.md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Azure Virtual Network? · Netzwerksicherheitsgruppen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Netzwerk und Sicherheit (Struktur und Texte,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4.1: Subnetting · Auftrag 4.3: Zwei VMs im VNet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Networking</dc:title>
  <dc:subject>PptxGenJS Presentation</dc:subject>
  <dc:creator>PAT Cloud Solutions</dc:creator>
  <cp:lastModifiedBy>PAT Cloud Solutions</cp:lastModifiedBy>
  <cp:revision>1</cp:revision>
  <dcterms:created xsi:type="dcterms:W3CDTF">2026-10-19T15:49:09Z</dcterms:created>
  <dcterms:modified xsi:type="dcterms:W3CDTF">2026-10-19T15:49:09Z</dcterms:modified>
</cp:coreProperties>
</file>