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aC" id="{6737735b-c41b-8d29-3147-040919e95d0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cloud-init" id="{fe6930d5-eb1c-19f1-bf07-b3509a92fd13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Theorie: theorie/07-automatisierung.md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Bicep wird in ein ARM-Template übersetzt (az bicep build --file main.bicep).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Live-Demo: az deployment group create … und danach zweimal ausführen → keine Änderung.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Azure: --custom-data cloud-init.yaml bzw. customData in Bicep.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Idempotenz. #cloud-config, Einrückung, Log. Nichts – nur beim ersten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Automatisierung: Bicep und cloud-init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Input 1 · Tag 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Infrastruktur als Code (Infrastructure as Code)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Infrastruktur in Textdateien beschreiben statt zusammenklicken.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Redo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Redo" descr="C:\Users\Thanam\AppData\Local\Temp\claude\c--Projekt-Trainings-azure-basics-training\a9e0bf4e-0d08-4082-a38a-5b8886538508\scratchpad\pptx\assets\icons\FaRe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Wiederholbar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Gleiche Datei, gleiche Umgebung – für 1 oder 10 Lernende.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TrashAlt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TrashAlt" descr="C:\Users\Thanam\AppData\Local\Temp\claude\c--Projekt-Trainings-azure-basics-training\a9e0bf4e-0d08-4082-a38a-5b8886538508\scratchpad\pptx\assets\icons\FaTrash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Wegwerfbar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Kaputt? Löschen und in Minuten neu bauen.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Book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Nachvollziehbar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Git zeigt, wer wann was geändert hat. Der Code ist die Doku.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Imperativ oder deklarativ?</a:t>
            </a:r>
            <a:endParaRPr lang="en-US" sz="3400" dirty="0"/>
          </a:p>
        </p:txBody>
      </p:sp>
      <p:sp>
        <p:nvSpPr>
          <p:cNvPr id="3" name="vergleich"/>
          <p:cNvSpPr/>
          <p:nvPr/>
        </p:nvSpPr>
        <p:spPr>
          <a:xfrm>
            <a:off x="548640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Route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Route" descr="C:\Users\Thanam\AppData\Local\Temp\claude\c--Projekt-Trainings-azure-basics-training\a9e0bf4e-0d08-4082-a38a-5b8886538508\scratchpad\pptx\assets\icons\Fa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Imperativ – «wie»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Schritte zum Ziel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«Erstelle VNet. Erstelle NSG. Verbinde sie.»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Azure CLI, Skripte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Wegbeschreibung: zweimal links, dann geradeaus</a:t>
            </a:r>
            <a:endParaRPr lang="en-US" sz="1800" dirty="0"/>
          </a:p>
        </p:txBody>
      </p:sp>
      <p:sp>
        <p:nvSpPr>
          <p:cNvPr id="8" name="vergleich"/>
          <p:cNvSpPr/>
          <p:nvPr/>
        </p:nvSpPr>
        <p:spPr>
          <a:xfrm>
            <a:off x="6278728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9" name="icon-kreis-FaFlagCheckered"/>
          <p:cNvSpPr/>
          <p:nvPr/>
        </p:nvSpPr>
        <p:spPr>
          <a:xfrm>
            <a:off x="6598768" y="1600200"/>
            <a:ext cx="685800" cy="685800"/>
          </a:xfrm>
          <a:prstGeom prst="ellipse">
            <a:avLst/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pic>
        <p:nvPicPr>
          <p:cNvPr id="10" name="icon-FaFlagCheckered" descr="C:\Users\Thanam\AppData\Local\Temp\claude\c--Projekt-Trainings-azure-basics-training\a9e0bf4e-0d08-4082-a38a-5b8886538508\scratchpad\pptx\assets\icons\FaFlagChecke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6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Deklarativ – «was»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Zielzustand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«Es gibt ein VNet mit dieser NSG.»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Bicep, ARM-Templates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Adresse im Navi: Das Navi findet den Weg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Zweimal ausführen ändert nichts = Idempotenz. Das macht Automatisierung sicher.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Drei Wege zur selben Infrastruktur</a:t>
            </a:r>
            <a:endParaRPr lang="en-US" sz="3400" dirty="0"/>
          </a:p>
        </p:txBody>
      </p:sp>
      <p:pic>
        <p:nvPicPr>
          <p:cNvPr id="3" name="diagramm" descr="Drei Wege zur selben Infrastrukt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92" y="1325880"/>
            <a:ext cx="11002710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Ein Speicherkonto in Bicep</a:t>
            </a:r>
            <a:endParaRPr lang="en-US" sz="3400" dirty="0"/>
          </a:p>
        </p:txBody>
      </p:sp>
      <p:sp>
        <p:nvSpPr>
          <p:cNvPr id="3" name="code-box"/>
          <p:cNvSpPr/>
          <p:nvPr/>
        </p:nvSpPr>
        <p:spPr>
          <a:xfrm>
            <a:off x="548640" y="1325880"/>
            <a:ext cx="7772400" cy="4709160"/>
          </a:xfrm>
          <a:prstGeom prst="roundRect">
            <a:avLst>
              <a:gd name="adj" fmla="val 1942"/>
            </a:avLst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2237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 location string = resourceGroup().location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 kuerzel string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st 'Microsoft.Storage/storageAccounts@2023-05-01'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'sttag5${kuerzel}'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sku: { name: 'Standard_LRS'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kind: 'StorageV2'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blobUrl string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st.properties.primaryEndpoints.blob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1325880"/>
            <a:ext cx="2956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param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Eingabewert beim Bereitstellen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2468880"/>
            <a:ext cx="2956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resource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eine Ressource, die existieren soll: Typ@API-Version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3611880"/>
            <a:ext cx="2956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${kuerzel}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Wert in Text einsetzen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4754880"/>
            <a:ext cx="2956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output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Wert, der danach ausgegeben wird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Bereitstellen</a:t>
            </a:r>
            <a:endParaRPr lang="en-US" sz="3400" dirty="0"/>
          </a:p>
        </p:txBody>
      </p:sp>
      <p:sp>
        <p:nvSpPr>
          <p:cNvPr id="3" name="code-box"/>
          <p:cNvSpPr/>
          <p:nvPr/>
        </p:nvSpPr>
        <p:spPr>
          <a:xfrm>
            <a:off x="548640" y="1325880"/>
            <a:ext cx="7315200" cy="4709160"/>
          </a:xfrm>
          <a:prstGeom prst="roundRect">
            <a:avLst>
              <a:gd name="adj" fmla="val 1942"/>
            </a:avLst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7665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Vorschau: Was würde sich ändern?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deployment group what-if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--resource-group rg-tag5-&lt;kuerzel&gt;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--template-file main.bicep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--parameters kuerzel=&lt;kuerzel&gt;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Bereitstellen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deployment group create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--resource-group rg-tag5-&lt;kuerzel&gt;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--template-file main.bicep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--parameters kuerzel=&lt;kuerzel&gt;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25880"/>
            <a:ext cx="3413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what-if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zeigt die Änderungen, ohne etwas zu tun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468880"/>
            <a:ext cx="3413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create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stellt bereit – idempotent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3611880"/>
            <a:ext cx="3413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ARM-Template ansehen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az bicep build --file main.bicep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cloud-init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Die VM beim ersten Start einrichten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cloud-init: Datei für den ersten Start</a:t>
            </a:r>
            <a:endParaRPr lang="en-US" sz="3400" dirty="0"/>
          </a:p>
        </p:txBody>
      </p:sp>
      <p:sp>
        <p:nvSpPr>
          <p:cNvPr id="3" name="code-box"/>
          <p:cNvSpPr/>
          <p:nvPr/>
        </p:nvSpPr>
        <p:spPr>
          <a:xfrm>
            <a:off x="548640" y="1325880"/>
            <a:ext cx="6217920" cy="4709160"/>
          </a:xfrm>
          <a:prstGeom prst="roundRect">
            <a:avLst>
              <a:gd name="adj" fmla="val 1942"/>
            </a:avLst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669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#cloud-config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package_update: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nginx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path: /var/www/html/index.html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&lt;meta charset="utf-8"&gt;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&lt;h1&gt;Velo Zürich AG&lt;/h1&gt;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0" y="1325880"/>
            <a:ext cx="4510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#cloud-config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muss die erste Zeile sein – sonst wird alles still ignoriert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468880"/>
            <a:ext cx="4510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packages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Pakete installieren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3611880"/>
            <a:ext cx="4510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write_files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Dateien mit Inhalt anlegen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4754880"/>
            <a:ext cx="4510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runcmd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Befehle – nur, wenn kein anderer Block passt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Wichtig bei cloud-init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Rocket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Rocket" descr="C:\Users\Thanam\AppData\Local\Temp\claude\c--Projekt-Trainings-azure-basics-training\a9e0bf4e-0d08-4082-a38a-5b8886538508\scratchpad\pptx\assets\icons\Fa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Nur beim ersten Start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Änderungen? Neue VM erstellen.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ExclamationTriangle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ExclamationTriangle" descr="C:\Users\Thanam\AppData\Local\Temp\claude\c--Projekt-Trainings-azure-basics-training\a9e0bf4e-0d08-4082-a38a-5b8886538508\scratchpad\pptx\assets\icons\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Scheitert still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Die VM startet, aber die Einrichtung fehlt.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Search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Search" descr="C:\Users\Thanam\AppData\Local\Temp\claude\c--Projekt-Trainings-azure-basics-training\a9e0bf4e-0d08-4082-a38a-5b8886538508\scratchpad\pptx\assets\icons\Fa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Log lesen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cloud-init status --long · /var/log/cloud-init-output.log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Welches Werkzeug wofür?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41027"/>
                <a:gridCol w="2141027"/>
                <a:gridCol w="4282055"/>
                <a:gridCol w="25303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Werkzeug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Ebene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Frage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Moment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Bicep / ARM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Infrastruktur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Welche Ressourcen gibt es?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vor dem ersten Start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cloud-init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Ersteinrichtung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Wie richtet sich die VM ein?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beim ersten Start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CLI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beides, imperativ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schnell erstellen oder nachschauen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jederzeit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Bicep baut das Haus – cloud-init richtet es beim Einzug ein.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Selbsttest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Erst selbst überlegen, dann mit dem Nachbarn vergleichen.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Idempotenz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Dein CLI-Skript bricht beim zweiten Mal mit «already exists» ab. Was fehlt?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nginx fehlt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Die VM startet, aber nginx ist nicht installiert. Was prüfst du?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Neustart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änderst die cloud-init-Datei und startest die VM neu. Was passiert?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Nachlesen</a:t>
            </a:r>
            <a:endParaRPr lang="en-US" sz="3400" dirty="0"/>
          </a:p>
        </p:txBody>
      </p:sp>
      <p:sp>
        <p:nvSpPr>
          <p:cNvPr id="3" name="icon-kreis-FaBook"/>
          <p:cNvSpPr/>
          <p:nvPr/>
        </p:nvSpPr>
        <p:spPr>
          <a:xfrm>
            <a:off x="548640" y="24460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5776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2402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Theorie im Repository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theorie/07-automatisierung.md</a:t>
            </a:r>
            <a:endParaRPr lang="en-US" sz="1800" dirty="0"/>
          </a:p>
        </p:txBody>
      </p:sp>
      <p:sp>
        <p:nvSpPr>
          <p:cNvPr id="6" name="icon-kreis-FaGraduationCap"/>
          <p:cNvSpPr/>
          <p:nvPr/>
        </p:nvSpPr>
        <p:spPr>
          <a:xfrm>
            <a:off x="548640" y="340614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GraduationCap" descr="C:\Users\Thanam\AppData\Local\Temp\claude\c--Projekt-Trainings-azure-basics-training\a9e0bf4e-0d08-4082-a38a-5b8886538508\scratchpad\pptx\assets\icons\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378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0040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Microsoft Learn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Einführung in Infrastructure as Code mit Bicep · cloud-init in Azure</a:t>
            </a:r>
            <a:endParaRPr lang="en-US" sz="1800" dirty="0"/>
          </a:p>
        </p:txBody>
      </p:sp>
      <p:sp>
        <p:nvSpPr>
          <p:cNvPr id="9" name="icon-kreis-FaBook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4979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1605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TBZ M346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Infrastructure as Code, Cloud-init (Kapitelnamen; Texte übernommen, für Azure angepasst)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Jetzt du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Auftrag 5.1: VM mit cloud-init · danach Bicep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Input: Automatisierung</dc:title>
  <dc:subject>PptxGenJS Presentation</dc:subject>
  <dc:creator>PAT Cloud Solutions</dc:creator>
  <cp:lastModifiedBy>PAT Cloud Solutions</cp:lastModifiedBy>
  <cp:revision>1</cp:revision>
  <dcterms:created xsi:type="dcterms:W3CDTF">2026-10-20T10:46:31Z</dcterms:created>
  <dcterms:modified xsi:type="dcterms:W3CDTF">2026-10-20T10:46:31Z</dcterms:modified>
</cp:coreProperties>
</file>