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age" id="{71fbcfb2-c99a-9aee-75b3-d84b5c00a83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theorie/05-azure-storage.md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Speicherkonto anlegen, Container erstellen, Datei hochladen, URL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der Cloud wird eine VM ersetzt statt repariert. Daten gehören auf Speicher, der unabhängig von der VM existiert.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Weg – besser Blob-Speicher. Nur Kleinbuchstaben und Ziffern.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Azure Storage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2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Fragen an jeden Speicher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Hdd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Hdd" descr="C:\Users\Thanam\AppData\Local\Temp\claude\c--Projekt-Trainings-azure-basics-training\a7a6b8eb-22f3-4b42-aecc-5af05d1502b1\scratchpad\folien\assets\icons\FaHd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Block, Datei oder Objekt – das technische Modell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lock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lock" descr="C:\Users\Thanam\AppData\Local\Temp\claude\c--Projekt-Trainings-azure-basics-training\a7a6b8eb-22f3-4b42-aecc-5af05d1502b1\scratchpad\folien\assets\icons\Fa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 oft?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Hot, Cool, Cold, Archive – die Zugriffsebene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edo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edo" descr="C:\Users\Thanam\AppData\Local\Temp\claude\c--Projekt-Trainings-azure-basics-training\a7a6b8eb-22f3-4b42-aecc-5af05d1502b1\scratchpad\folien\assets\icons\FaRe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Überlebt es?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Bleiben die Daten, wenn die VM ersetzt wird?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Technische Speichermodelle</a:t>
            </a:r>
            <a:endParaRPr lang="en-US" sz="3400" dirty="0"/>
          </a:p>
        </p:txBody>
      </p:sp>
      <p:pic>
        <p:nvPicPr>
          <p:cNvPr id="3" name="diagramm" descr="Technische Speichermode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5687"/>
            <a:ext cx="11094415" cy="423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M346, für Azure angepasst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Das Speicherkonto (Storage Account)</a:t>
            </a:r>
            <a:endParaRPr lang="en-US" sz="3400" dirty="0"/>
          </a:p>
        </p:txBody>
      </p:sp>
      <p:pic>
        <p:nvPicPr>
          <p:cNvPr id="3" name="diagramm" descr="Das Speicherkonto (Storage Accoun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8143"/>
            <a:ext cx="11094415" cy="43046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Das musst du wissen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7a6b8eb-22f3-4b42-aecc-5af05d1502b1\scratchpad\folien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Name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global eindeutig, 3–24 Zeichen, nur Kleinbuchstaben und Ziffern: sttag3mm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FolderOpen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FolderOpen" descr="C:\Users\Thanam\AppData\Local\Temp\claude\c--Projekt-Trainings-azure-basics-training\a7a6b8eb-22f3-4b42-aecc-5af05d1502b1\scratchpad\folien\assets\icons\FaFolde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Container und Blob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Container = Ordner, Blob = Datei. $web liefert eine statische Website aus.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Lock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Lock" descr="C:\Users\Thanam\AppData\Local\Temp\claude\c--Projekt-Trainings-azure-basics-training\a7a6b8eb-22f3-4b42-aecc-5af05d1502b1\scratchpad\folien\assets\icons\Fa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Zugriff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standardmässig privat. Zugriffsschlüssel (--auth-mode key) oder SAS-Token.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Copy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Copy" descr="C:\Users\Thanam\AppData\Local\Temp\claude\c--Projekt-Trainings-azure-basics-training\a7a6b8eb-22f3-4b42-aecc-5af05d1502b1\scratchpad\folien\assets\icons\FaCop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Für Übungen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Standard_LRS, StorageV2 – günstig und reicht.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Redundanz: LRS, ZRS, GRS</a:t>
            </a:r>
            <a:endParaRPr lang="en-US" sz="3400" dirty="0"/>
          </a:p>
        </p:txBody>
      </p:sp>
      <p:pic>
        <p:nvPicPr>
          <p:cNvPr id="3" name="diagramm" descr="Redundanz: LRS, ZRS, G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5504"/>
            <a:ext cx="11094415" cy="3749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Zugriffsebenen (Access Tiers)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350624"/>
                <a:gridCol w="1543571"/>
                <a:gridCol w="1640044"/>
                <a:gridCol w="1736517"/>
                <a:gridCol w="2122410"/>
                <a:gridCol w="27012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Ebene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Zugriff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Mindestdauer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Speichern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Lesen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Beispiel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Hot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häufig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teuersten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günstigsten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Website-Dateien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Cool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selten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30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günstiger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teurer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Backups der letzten Wochen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Cold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sehr selten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90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noch günstiger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noch teurer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ältere Backups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Archive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fast nie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180 Tage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am günstigsten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teuer, Stunden Wartezeit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7303A"/>
                          </a:solidFill>
                        </a:rPr>
                        <a:t>gesetzliche Aufbewahrung</a:t>
                      </a:r>
                      <a:endParaRPr lang="en-US" sz="14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Je heisser, desto teurer pro GB. Je kälter, desto teurer pro Zugriff.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Persistenz: Was überlebt?</a:t>
            </a:r>
            <a:endParaRPr lang="en-US" sz="3400" dirty="0"/>
          </a:p>
        </p:txBody>
      </p:sp>
      <p:pic>
        <p:nvPicPr>
          <p:cNvPr id="3" name="diagramm" descr="Persistenz: Was überlebt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217" y="1325880"/>
            <a:ext cx="10431262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M346, für Azure angepasst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Bilder weg?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Web-App speichert Bilder auf dem OS-Datenträger. Die VM wird neu erstellt. Was passiert?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Name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ist St-Tag3-MM kein gültiger Storage-Account-Name?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Archiv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Jahresabschlüsse 10 Jahre aufbewahren, fast nie lesen – welche Ebene?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theorie/05-azure-storage.md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Übersicht über Speicherkonten · Storage-Redundanz · Zugriffsebenen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Speichermodelle (Texte und Grafiken übernommen,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3.4: Speicherkonto und Blob-Container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Storage</dc:title>
  <dc:subject>PptxGenJS Presentation</dc:subject>
  <dc:creator>PAT Cloud Solutions</dc:creator>
  <cp:lastModifiedBy>PAT Cloud Solutions</cp:lastModifiedBy>
  <cp:revision>1</cp:revision>
  <dcterms:created xsi:type="dcterms:W3CDTF">2026-10-25T19:46:04Z</dcterms:created>
  <dcterms:modified xsi:type="dcterms:W3CDTF">2026-10-25T19:46:04Z</dcterms:modified>
</cp:coreProperties>
</file>