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0c0f827-3e03-56bd-88ef-b9a47ab46884}">
          <p14:sldIdLst>
            <p14:sldId id="256"/>
            <p14:sldId id="257"/>
          </p14:sldIdLst>
        </p14:section>
        <p14:section name="Heute" id="{d17acf72-4896-8ce3-d52c-ea0a62117a6e}">
          <p14:sldIdLst>
            <p14:sldId id="258"/>
            <p14:sldId id="259"/>
            <p14:sldId id="260"/>
          </p14:sldIdLst>
        </p14:section>
        <p14:section name="Abschluss" id="{1ea97ec0-0758-18fb-5690-cd1d449c6781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Die Lernenden sollen den Schmerz der Handarbeit selbst benennen.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Bewertungsraster folgt unter abschlussprojekt/. Teams zu zweit.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Tag 5: Automatisierung mit Bicep und cloud-init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Einführung in Cloud Computing mit Microsoft Azure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Was hast du diese Woche von Hand gemacht?</a:t>
            </a:r>
            <a:endParaRPr lang="en-US" sz="3400" dirty="0"/>
          </a:p>
        </p:txBody>
      </p:sp>
      <p:sp>
        <p:nvSpPr>
          <p:cNvPr id="3" name="icon-kreis-FaServer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Server" descr="C:\Users\Thanam\AppData\Local\Temp\claude\c--Projekt-Trainings-azure-basics-training\a9e0bf4e-0d08-4082-a38a-5b8886538508\scratchpad\pptx\assets\icons\Fa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09763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76022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VMs erstellt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lokal und in Azure – wie viele Klicks waren das?</a:t>
            </a:r>
            <a:endParaRPr lang="en-US" sz="1800" dirty="0"/>
          </a:p>
        </p:txBody>
      </p:sp>
      <p:sp>
        <p:nvSpPr>
          <p:cNvPr id="6" name="icon-kreis-FaNetworkWired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NetworkWired" descr="C:\Users\Thanam\AppData\Local\Temp\claude\c--Projekt-Trainings-azure-basics-training\a9e0bf4e-0d08-4082-a38a-5b8886538508\scratchpad\pptx\assets\icons\FaNetworkWi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05775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2034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Netzwerke gebaut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VNet, Subnetze, NSG-Regeln</a:t>
            </a:r>
            <a:endParaRPr lang="en-US" sz="1800" dirty="0"/>
          </a:p>
        </p:txBody>
      </p:sp>
      <p:sp>
        <p:nvSpPr>
          <p:cNvPr id="9" name="icon-kreis-FaWrench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Wrench" descr="C:\Users\Thanam\AppData\Local\Temp\claude\c--Projekt-Trainings-azure-basics-training\a9e0bf4e-0d08-4082-a38a-5b8886538508\scratchpad\pptx\assets\icons\FaWre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68046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Software installiert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nginx, Docker – jedes Mal von Hand</a:t>
            </a:r>
            <a:endParaRPr lang="en-US" sz="1800" dirty="0"/>
          </a:p>
        </p:txBody>
      </p:sp>
      <p:sp>
        <p:nvSpPr>
          <p:cNvPr id="12" name="icon-kreis-FaRedo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3" name="icon-FaRedo" descr="C:\Users\Thanam\AppData\Local\Temp\claude\c--Projekt-Trainings-azure-basics-training\a9e0bf4e-0d08-4082-a38a-5b8886538508\scratchpad\pptx\assets\icons\FaRe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4977994"/>
            <a:ext cx="285293" cy="28529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64058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Und jetzt für 10 Lernende?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Genau dafür gibt es Infrastructure as Code.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Ziele heute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Code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Code" descr="C:\Users\Thanam\AppData\Local\Temp\claude\c--Projekt-Trainings-azure-basics-training\a9e0bf4e-0d08-4082-a38a-5b8886538508\scratchpad\pptx\assets\icons\Fa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IaC erklären (K2)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erklärst manuell, Skript und Infrastructure as Code.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Rocket"/>
          <p:cNvSpPr/>
          <p:nvPr/>
        </p:nvSpPr>
        <p:spPr>
          <a:xfrm>
            <a:off x="650732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Rocket" descr="C:\Users\Thanam\AppData\Local\Temp\claude\c--Projekt-Trainings-azure-basics-training\a9e0bf4e-0d08-4082-a38a-5b8886538508\scratchpad\pptx\assets\icons\Fa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cloud-init (K3)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richtest eine VM beim ersten Start automatisch ein.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548640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FileCode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FileCode" descr="C:\Users\Thanam\AppData\Local\Temp\claude\c--Projekt-Trainings-azure-basics-training\a9e0bf4e-0d08-4082-a38a-5b8886538508\scratchpad\pptx\assets\icons\FaFile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Bicep (K3)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beschreibst VNet, NSG und VM in Bicep und stellst sie bereit.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6233008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Star"/>
          <p:cNvSpPr/>
          <p:nvPr/>
        </p:nvSpPr>
        <p:spPr>
          <a:xfrm>
            <a:off x="650732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Star" descr="C:\Users\Thanam\AppData\Local\Temp\claude\c--Projekt-Trainings-azure-basics-training\a9e0bf4e-0d08-4082-a38a-5b8886538508\scratchpad\pptx\assets\icons\Fa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0288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Bicep und ARM (K2)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zeigst, dass aus einer Bicep-Datei ein ARM-Template entsteht.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Ablauf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210300"/>
                <a:gridCol w="2218883"/>
                <a:gridCol w="7665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Lektion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Inhalt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Einstieg, Input 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Rückblick der Woche · Infrastructure as Code, Bicep, cloud-init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5.1: Ubuntu-VM mit cloud-init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5.2: Erstes Bicep-File, ARM-Template vergleichen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5.3: Bicep für VNet, Subnetz und NSG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L5–L7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Abschlussprojekt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Webserver der «Velo Zürich AG» komplett per Bicep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L8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Abschluss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Kurzpräsentationen · Feedback · Aufräumen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Abschlussprojekt: Webserver der «Velo Zürich AG»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FileCode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FileCode" descr="C:\Users\Thanam\AppData\Local\Temp\claude\c--Projekt-Trainings-azure-basics-training\a9e0bf4e-0d08-4082-a38a-5b8886538508\scratchpad\pptx\assets\icons\Fa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Auftrag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VNet, Subnetz, NSG und VM mit cloud-init – alles in einer Bicep-Datei, mit einem Befehl bereitgestellt.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ClipboardList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ClipboardList" descr="C:\Users\Thanam\AppData\Local\Temp\claude\c--Projekt-Trainings-azure-basics-training\a9e0bf4e-0d08-4082-a38a-5b8886538508\scratchpad\pptx\assets\icons\Fa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Abgabe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Bicep- und cloud-init-Datei, kurze Dokumentation, Screenshot der Website.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ChartLine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ChartLine" descr="C:\Users\Thanam\AppData\Local\Temp\claude\c--Projekt-Trainings-azure-basics-training\a9e0bf4e-0d08-4082-a38a-5b8886538508\scratchpad\pptx\assets\icons\Fa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Präsentation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5 Minuten pro Team: Architektur, Live-Demo, was ihr gelernt habt.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Zum Schluss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TrashAlt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TrashAlt" descr="C:\Users\Thanam\AppData\Local\Temp\claude\c--Projekt-Trainings-azure-basics-training\a9e0bf4e-0d08-4082-a38a-5b8886538508\scratchpad\pptx\assets\icons\FaTrash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Aufräumen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Alle Ressourcengruppen der Woche löschen: az group list -o table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PencilAlt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PencilAlt" descr="C:\Users\Thanam\AppData\Local\Temp\claude\c--Projekt-Trainings-azure-basics-training\a9e0bf4e-0d08-4082-a38a-5b8886538508\scratchpad\pptx\assets\icons\FaPencil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Feedback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Was war hilfreich? Was soll ich ändern?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GraduationCap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GraduationCap" descr="C:\Users\Thanam\AppData\Local\Temp\claude\c--Projekt-Trainings-azure-basics-training\a9e0bf4e-0d08-4082-a38a-5b8886538508\scratchpad\pptx\assets\icons\FaGraduationC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Wie weiter?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Microsoft Learn: Lernpfade zu Azure Fundamentals (AZ-900)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Danke!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PAT Cloud Solutions · patcloudsolutions.ch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 5: Automatisierung mit Bicep und cloud-init</dc:title>
  <dc:subject>PptxGenJS Presentation</dc:subject>
  <dc:creator>PAT Cloud Solutions</dc:creator>
  <cp:lastModifiedBy>PAT Cloud Solutions</cp:lastModifiedBy>
  <cp:revision>1</cp:revision>
  <dcterms:created xsi:type="dcterms:W3CDTF">2026-10-19T15:49:08Z</dcterms:created>
  <dcterms:modified xsi:type="dcterms:W3CDTF">2026-10-19T15:49:08Z</dcterms:modified>
</cp:coreProperties>
</file>