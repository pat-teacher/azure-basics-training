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39d6ad2-7ca6-952c-3ac1-cd9564dee72a}">
          <p14:sldIdLst>
            <p14:sldId id="256"/>
            <p14:sldId id="257"/>
          </p14:sldIdLst>
        </p14:section>
        <p14:section name="Heute" id="{7e14c02d-c660-6394-245a-317c34cd6245}">
          <p14:sldIdLst>
            <p14:sldId id="258"/>
            <p14:sldId id="259"/>
            <p14:sldId id="260"/>
          </p14:sldIdLst>
        </p14:section>
        <p14:section name="Abschluss" id="{f30a8201-247a-9f1e-d6de-7afcc1593948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Die Lernenden sollen den Schmerz der Handarbeit selbst benennen.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Bewertungsraster folgt unter abschlussprojekt/. Teams zu zweit.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5: Automatisierung mit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hast du diese Woche von Hand gemacht?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9763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7602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VMs erstellt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lokal und in Azure – wie viele Klicks waren das?</a:t>
            </a:r>
            <a:endParaRPr lang="en-US" sz="1800" dirty="0"/>
          </a:p>
        </p:txBody>
      </p:sp>
      <p:sp>
        <p:nvSpPr>
          <p:cNvPr id="6" name="icon-kreis-FaNetworkWired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NetworkWired" descr="C:\Users\Thanam\AppData\Local\Temp\claude\c--Projekt-Trainings-azure-basics-training\a9e0bf4e-0d08-4082-a38a-5b8886538508\scratchpad\pptx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Netzwerke gebaut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VNet, Subnetze, NSG-Regeln</a:t>
            </a:r>
            <a:endParaRPr lang="en-US" sz="1800" dirty="0"/>
          </a:p>
        </p:txBody>
      </p:sp>
      <p:sp>
        <p:nvSpPr>
          <p:cNvPr id="9" name="icon-kreis-FaWrench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Wrench" descr="C:\Users\Thanam\AppData\Local\Temp\claude\c--Projekt-Trainings-azure-basics-training\a9e0bf4e-0d08-4082-a38a-5b8886538508\scratchpad\pptx\assets\icons\Fa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Software installiert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nginx, Docker – jedes Mal von Hand</a:t>
            </a:r>
            <a:endParaRPr lang="en-US" sz="1800" dirty="0"/>
          </a:p>
        </p:txBody>
      </p:sp>
      <p:sp>
        <p:nvSpPr>
          <p:cNvPr id="12" name="icon-kreis-FaRedo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3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6405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Und jetzt für 10 Lernende?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Genau dafür gibt es Infrastruktur als Code (Infrastructure as Code).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d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de" descr="C:\Users\Thanam\AppData\Local\Temp\claude\c--Projekt-Trainings-azure-basics-training\a9e0bf4e-0d08-4082-a38a-5b8886538508\scratchpad\pptx\assets\icons\Fa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IaC erklären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den Unterschied: von Hand, Skript, Infrastruktur als Code.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Rocket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beim ersten Start automatisch ein.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FileCod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beschreibst VNet, NSG und VM in Bicep und stellst sie bereit.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tar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tar" descr="C:\Users\Thanam\AppData\Local\Temp\claude\c--Projekt-Trainings-azure-basics-training\a9e0bf4e-0d08-4082-a38a-5b8886538508\scratchpad\pptx\assets\icons\Fa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und ARM (K2)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zeigst, dass aus einer Bicep-Datei ein ARM-Template entsteht.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der Woche · Infrastruktur als Code, Bicep,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5.1: Ubuntu-VM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5.2: Erstes Bicep-File, ARM-Template vergleichen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5.3: Bicep für VNet, Subnetz und 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Webserver der «Velo Zürich AG» komplett per Bicep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Kurzpräsentationen · Feedback · Aufräumen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Abschlussprojekt: Webserver der «Velo Zürich AG»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ileCod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Auftrag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VNet, Subnetz, NSG und VM mit cloud-init – alles in einer Bicep-Datei, mit einem Befehl bereitgestellt.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ipboardLis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ipboardList" descr="C:\Users\Thanam\AppData\Local\Temp\claude\c--Projekt-Trainings-azure-basics-training\a9e0bf4e-0d08-4082-a38a-5b8886538508\scratchpad\pptx\assets\icons\FaClipboard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Abgabe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Bicep- und cloud-init-Datei, kurze Dokumentation, Screenshot der Website.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hartLine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hartLine" descr="C:\Users\Thanam\AppData\Local\Temp\claude\c--Projekt-Trainings-azure-basics-training\a9e0bf4e-0d08-4082-a38a-5b8886538508\scratchpad\pptx\assets\icons\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Präsentation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5 Minuten pro Team: Architektur, Live-Demo, was ihr gelernt habt.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Alle Ressourcengruppen der Woche löschen: az group list -o table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Pencil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PencilAlt" descr="C:\Users\Thanam\AppData\Local\Temp\claude\c--Projekt-Trainings-azure-basics-training\a9e0bf4e-0d08-4082-a38a-5b8886538508\scratchpad\pptx\assets\icons\FaPencil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Feedback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war hilfreich? Was soll ich ändern?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GraduationC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weiter?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Microsoft Learn: Lernpfade zu Azure Fundamentals (AZ-900)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Danke!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PAT Cloud Solutions · patcloudsolutions.ch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5: Automatisierung mit Bicep und cloud-init</dc:title>
  <dc:subject>PptxGenJS Presentation</dc:subject>
  <dc:creator>PAT Cloud Solutions</dc:creator>
  <cp:lastModifiedBy>PAT Cloud Solutions</cp:lastModifiedBy>
  <cp:revision>1</cp:revision>
  <dcterms:created xsi:type="dcterms:W3CDTF">2026-10-20T10:46:31Z</dcterms:created>
  <dcterms:modified xsi:type="dcterms:W3CDTF">2026-10-20T10:46:31Z</dcterms:modified>
</cp:coreProperties>
</file>