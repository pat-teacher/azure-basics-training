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tart" id="{09e30cdf-5345-784a-36a7-ef8a8b9d55ce}">
          <p14:sldIdLst>
            <p14:sldId id="256"/>
            <p14:sldId id="257"/>
          </p14:sldIdLst>
        </p14:section>
        <p14:section name="Heute" id="{fee905ab-7546-3afd-af97-9a9dfb78e4f0}">
          <p14:sldIdLst>
            <p14:sldId id="258"/>
            <p14:sldId id="259"/>
            <p14:sldId id="260"/>
          </p14:sldIdLst>
        </p14:section>
        <p14:section name="Abschluss" id="{f54723e6-7d4f-a425-e471-5d1cb5847158}">
          <p14:sldIdLst>
            <p14:sldId id="261"/>
            <p14:sldId id="26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Einstieg: Die Lernenden sollen den Schmerz der Handarbeit selbst benennen.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Bewertungsraster folgt unter abschlussprojekt/. Teams zu zweit.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pn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image-1003-2.pn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Thanam\AppData\Local\Temp\claude\c--Projekt-Trainings-azure-basics-training\a7a6b8eb-22f3-4b42-aecc-5af05d1502b1\scratchpad\folien\assets\logo-dunk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2468880" cy="640080"/>
          </a:xfrm>
          <a:prstGeom prst="rect">
            <a:avLst/>
          </a:prstGeom>
        </p:spPr>
      </p:pic>
      <p:pic>
        <p:nvPicPr>
          <p:cNvPr id="3" name="Image 1" descr="C:\Users\Thanam\AppData\Local\Temp\claude\c--Projekt-Trainings-azure-basics-training\a7a6b8eb-22f3-4b42-aecc-5af05d1502b1\scratchpad\folien\assets\wolk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2011680"/>
            <a:ext cx="3200400" cy="1947672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2103120"/>
            <a:ext cx="7589520" cy="1554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27303A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3794760"/>
            <a:ext cx="75895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006FAD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6" name="Text 0"/>
          <p:cNvSpPr/>
          <p:nvPr/>
        </p:nvSpPr>
        <p:spPr>
          <a:xfrm>
            <a:off x="548640" y="6126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F6F6F"/>
                </a:solidFill>
              </a:rPr>
              <a:t>Kanton Zürich · ICT-Grundbildung · PAT Cloud Solutions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APITEL">
    <p:bg>
      <p:bgPr>
        <a:solidFill>
          <a:srgbClr val="F7F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Thanam\AppData\Local\Temp\claude\c--Projekt-Trainings-azure-basics-training\a7a6b8eb-22f3-4b42-aecc-5af05d1502b1\scratchpad\folien\assets\wolk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0" y="2194560"/>
            <a:ext cx="2743200" cy="1664208"/>
          </a:xfrm>
          <a:prstGeom prst="rect">
            <a:avLst/>
          </a:prstGeom>
        </p:spPr>
      </p:pic>
      <p:pic>
        <p:nvPicPr>
          <p:cNvPr id="3" name="Image 1" descr="C:\Users\Thanam\AppData\Local\Temp\claude\c--Projekt-Trainings-azure-basics-training\a7a6b8eb-22f3-4b42-aecc-5af05d1502b1\scratchpad\folien\assets\logo-dunke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263640"/>
            <a:ext cx="1371600" cy="356616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2194560"/>
            <a:ext cx="786384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27303A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3703320"/>
            <a:ext cx="786384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006FAD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HA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Thanam\AppData\Local\Temp\claude\c--Projekt-Trainings-azure-basics-training\a7a6b8eb-22f3-4b42-aecc-5af05d1502b1\scratchpad\folien\assets\logo-dunk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382512"/>
            <a:ext cx="1060704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828800" y="6336792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6F6F"/>
                </a:solidFill>
              </a:rPr>
              <a:t>Einführung in Cloud Computing mit Microsoft Azure</a:t>
            </a:r>
            <a:endParaRPr lang="en-US" sz="10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rgbClr val="27303A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N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Thanam\AppData\Local\Temp\claude\c--Projekt-Trainings-azure-basics-training\a7a6b8eb-22f3-4b42-aecc-5af05d1502b1\scratchpad\folien\assets\logo-dunk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2468880" cy="64008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54480"/>
            <a:ext cx="11094415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27303A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560320"/>
            <a:ext cx="11094415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006FAD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548640" y="2103120"/>
            <a:ext cx="75895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27303A"/>
                </a:solidFill>
              </a:rPr>
              <a:t>Tag 5: Automatisierung mit Bicep und cloud-init</a:t>
            </a:r>
            <a:endParaRPr lang="en-US" sz="4400" dirty="0"/>
          </a:p>
        </p:txBody>
      </p:sp>
      <p:sp>
        <p:nvSpPr>
          <p:cNvPr id="3" name="Text 0"/>
          <p:cNvSpPr/>
          <p:nvPr>
            <p:ph idx="103" type="body" hasCustomPrompt="1"/>
          </p:nvPr>
        </p:nvSpPr>
        <p:spPr>
          <a:xfrm>
            <a:off x="548640" y="3794760"/>
            <a:ext cx="7589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006FAD"/>
                </a:solidFill>
              </a:rPr>
              <a:t>Einführung in Cloud Computing mit Microsoft Azure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Was hast du im Kurs von Hand gemacht?</a:t>
            </a:r>
            <a:endParaRPr lang="en-US" sz="3400" dirty="0"/>
          </a:p>
        </p:txBody>
      </p:sp>
      <p:sp>
        <p:nvSpPr>
          <p:cNvPr id="3" name="icon-kreis-FaServer"/>
          <p:cNvSpPr/>
          <p:nvPr/>
        </p:nvSpPr>
        <p:spPr>
          <a:xfrm>
            <a:off x="548640" y="1965960"/>
            <a:ext cx="548640" cy="54864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4" name="icon-FaServer" descr="C:\Users\Thanam\AppData\Local\Temp\claude\c--Projekt-Trainings-azure-basics-training\a7a6b8eb-22f3-4b42-aecc-5af05d1502b1\scratchpad\folien\assets\icons\FaSer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0314" y="2097634"/>
            <a:ext cx="285293" cy="285293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325880" y="1760220"/>
            <a:ext cx="1031717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7303A"/>
                </a:solidFill>
              </a:rPr>
              <a:t>VMs erstellt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6F6F6F"/>
                </a:solidFill>
              </a:rPr>
              <a:t>lokal und in Azure – wie viele Klicks waren das?</a:t>
            </a:r>
            <a:endParaRPr lang="en-US" sz="1800" dirty="0"/>
          </a:p>
        </p:txBody>
      </p:sp>
      <p:sp>
        <p:nvSpPr>
          <p:cNvPr id="6" name="icon-kreis-FaNetworkWired"/>
          <p:cNvSpPr/>
          <p:nvPr/>
        </p:nvSpPr>
        <p:spPr>
          <a:xfrm>
            <a:off x="548640" y="2926080"/>
            <a:ext cx="548640" cy="54864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7" name="icon-FaNetworkWired" descr="C:\Users\Thanam\AppData\Local\Temp\claude\c--Projekt-Trainings-azure-basics-training\a7a6b8eb-22f3-4b42-aecc-5af05d1502b1\scratchpad\folien\assets\icons\FaNetworkWir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314" y="3057754"/>
            <a:ext cx="285293" cy="285293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25880" y="2720340"/>
            <a:ext cx="1031717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7303A"/>
                </a:solidFill>
              </a:rPr>
              <a:t>Netzwerke gebaut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6F6F6F"/>
                </a:solidFill>
              </a:rPr>
              <a:t>VNet, Subnetze, NSG-Regeln</a:t>
            </a:r>
            <a:endParaRPr lang="en-US" sz="1800" dirty="0"/>
          </a:p>
        </p:txBody>
      </p:sp>
      <p:sp>
        <p:nvSpPr>
          <p:cNvPr id="9" name="icon-kreis-FaWrench"/>
          <p:cNvSpPr/>
          <p:nvPr/>
        </p:nvSpPr>
        <p:spPr>
          <a:xfrm>
            <a:off x="548640" y="3886200"/>
            <a:ext cx="548640" cy="54864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0" name="icon-FaWrench" descr="C:\Users\Thanam\AppData\Local\Temp\claude\c--Projekt-Trainings-azure-basics-training\a7a6b8eb-22f3-4b42-aecc-5af05d1502b1\scratchpad\folien\assets\icons\FaWrench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314" y="4017874"/>
            <a:ext cx="285293" cy="285293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325880" y="3680460"/>
            <a:ext cx="1031717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7303A"/>
                </a:solidFill>
              </a:rPr>
              <a:t>Software installiert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6F6F6F"/>
                </a:solidFill>
              </a:rPr>
              <a:t>nginx, Docker – jedes Mal von Hand</a:t>
            </a:r>
            <a:endParaRPr lang="en-US" sz="1800" dirty="0"/>
          </a:p>
        </p:txBody>
      </p:sp>
      <p:sp>
        <p:nvSpPr>
          <p:cNvPr id="12" name="icon-kreis-FaRedo"/>
          <p:cNvSpPr/>
          <p:nvPr/>
        </p:nvSpPr>
        <p:spPr>
          <a:xfrm>
            <a:off x="548640" y="4846320"/>
            <a:ext cx="548640" cy="54864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3" name="icon-FaRedo" descr="C:\Users\Thanam\AppData\Local\Temp\claude\c--Projekt-Trainings-azure-basics-training\a7a6b8eb-22f3-4b42-aecc-5af05d1502b1\scratchpad\folien\assets\icons\FaRed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0314" y="4977994"/>
            <a:ext cx="285293" cy="285293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325880" y="4640580"/>
            <a:ext cx="1031717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7303A"/>
                </a:solidFill>
              </a:rPr>
              <a:t>Und jetzt für 10 Lernende?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6F6F6F"/>
                </a:solidFill>
              </a:rPr>
              <a:t>Genau dafür gibt es Infrastruktur als Code (Infrastructure as Code).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Deine Ziele heute</a:t>
            </a:r>
            <a:endParaRPr lang="en-US" sz="3400" dirty="0"/>
          </a:p>
        </p:txBody>
      </p:sp>
      <p:sp>
        <p:nvSpPr>
          <p:cNvPr id="3" name="karte"/>
          <p:cNvSpPr/>
          <p:nvPr/>
        </p:nvSpPr>
        <p:spPr>
          <a:xfrm>
            <a:off x="548640" y="1325880"/>
            <a:ext cx="5410048" cy="2217420"/>
          </a:xfrm>
          <a:prstGeom prst="roundRect">
            <a:avLst>
              <a:gd name="adj" fmla="val 4948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4" name="icon-kreis-FaCode"/>
          <p:cNvSpPr/>
          <p:nvPr/>
        </p:nvSpPr>
        <p:spPr>
          <a:xfrm>
            <a:off x="822960" y="160020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5" name="icon-FaCode" descr="C:\Users\Thanam\AppData\Local\Temp\claude\c--Projekt-Trainings-azure-basics-training\a7a6b8eb-22f3-4b42-aecc-5af05d1502b1\scratchpad\folien\assets\icons\FaCo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579" y="1753819"/>
            <a:ext cx="332842" cy="33284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45920" y="1600200"/>
            <a:ext cx="40841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IaC erklären (K2)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423160"/>
            <a:ext cx="4861408" cy="98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Du erklärst den Unterschied: von Hand, Skript, Infrastruktur als Code.</a:t>
            </a:r>
            <a:endParaRPr lang="en-US" sz="1600" dirty="0"/>
          </a:p>
        </p:txBody>
      </p:sp>
      <p:sp>
        <p:nvSpPr>
          <p:cNvPr id="8" name="karte"/>
          <p:cNvSpPr/>
          <p:nvPr/>
        </p:nvSpPr>
        <p:spPr>
          <a:xfrm>
            <a:off x="6233008" y="1325880"/>
            <a:ext cx="5410048" cy="2217420"/>
          </a:xfrm>
          <a:prstGeom prst="roundRect">
            <a:avLst>
              <a:gd name="adj" fmla="val 4948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9" name="icon-kreis-FaRocket"/>
          <p:cNvSpPr/>
          <p:nvPr/>
        </p:nvSpPr>
        <p:spPr>
          <a:xfrm>
            <a:off x="6507328" y="160020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0" name="icon-FaRocket" descr="C:\Users\Thanam\AppData\Local\Temp\claude\c--Projekt-Trainings-azure-basics-training\a7a6b8eb-22f3-4b42-aecc-5af05d1502b1\scratchpad\folien\assets\icons\FaRocke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0947" y="1753819"/>
            <a:ext cx="332842" cy="33284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330288" y="1600200"/>
            <a:ext cx="40841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cloud-init (K3)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6507328" y="2423160"/>
            <a:ext cx="4861408" cy="98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Du richtest eine VM beim ersten Start automatisch ein.</a:t>
            </a:r>
            <a:endParaRPr lang="en-US" sz="1600" dirty="0"/>
          </a:p>
        </p:txBody>
      </p:sp>
      <p:sp>
        <p:nvSpPr>
          <p:cNvPr id="13" name="karte"/>
          <p:cNvSpPr/>
          <p:nvPr/>
        </p:nvSpPr>
        <p:spPr>
          <a:xfrm>
            <a:off x="548640" y="3817620"/>
            <a:ext cx="5410048" cy="2217420"/>
          </a:xfrm>
          <a:prstGeom prst="roundRect">
            <a:avLst>
              <a:gd name="adj" fmla="val 4948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4" name="icon-kreis-FaFileCode"/>
          <p:cNvSpPr/>
          <p:nvPr/>
        </p:nvSpPr>
        <p:spPr>
          <a:xfrm>
            <a:off x="822960" y="409194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5" name="icon-FaFileCode" descr="C:\Users\Thanam\AppData\Local\Temp\claude\c--Projekt-Trainings-azure-basics-training\a7a6b8eb-22f3-4b42-aecc-5af05d1502b1\scratchpad\folien\assets\icons\FaFileCod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6579" y="4245559"/>
            <a:ext cx="332842" cy="332842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645920" y="4091940"/>
            <a:ext cx="40841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Bicep (K3)</a:t>
            </a:r>
            <a:endParaRPr lang="en-US" sz="2000" dirty="0"/>
          </a:p>
        </p:txBody>
      </p:sp>
      <p:sp>
        <p:nvSpPr>
          <p:cNvPr id="17" name="Text 12"/>
          <p:cNvSpPr txBox="1"/>
          <p:nvPr/>
        </p:nvSpPr>
        <p:spPr>
          <a:xfrm>
            <a:off x="822960" y="4914900"/>
            <a:ext cx="4861408" cy="98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Du beschreibst VNet, NSG und VM in Bicep und stellst sie bereit.</a:t>
            </a:r>
            <a:endParaRPr lang="en-US" sz="1600" dirty="0"/>
          </a:p>
        </p:txBody>
      </p:sp>
      <p:sp>
        <p:nvSpPr>
          <p:cNvPr id="18" name="karte"/>
          <p:cNvSpPr/>
          <p:nvPr/>
        </p:nvSpPr>
        <p:spPr>
          <a:xfrm>
            <a:off x="6233008" y="3817620"/>
            <a:ext cx="5410048" cy="2217420"/>
          </a:xfrm>
          <a:prstGeom prst="roundRect">
            <a:avLst>
              <a:gd name="adj" fmla="val 4948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9" name="icon-kreis-FaStar"/>
          <p:cNvSpPr/>
          <p:nvPr/>
        </p:nvSpPr>
        <p:spPr>
          <a:xfrm>
            <a:off x="6507328" y="409194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20" name="icon-FaStar" descr="C:\Users\Thanam\AppData\Local\Temp\claude\c--Projekt-Trainings-azure-basics-training\a7a6b8eb-22f3-4b42-aecc-5af05d1502b1\scratchpad\folien\assets\icons\FaSta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0947" y="4245559"/>
            <a:ext cx="332842" cy="332842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7330288" y="4091940"/>
            <a:ext cx="40841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Bicep und ARM (K2)</a:t>
            </a:r>
            <a:endParaRPr lang="en-US" sz="2000" dirty="0"/>
          </a:p>
        </p:txBody>
      </p:sp>
      <p:sp>
        <p:nvSpPr>
          <p:cNvPr id="22" name="Text 16"/>
          <p:cNvSpPr txBox="1"/>
          <p:nvPr/>
        </p:nvSpPr>
        <p:spPr>
          <a:xfrm>
            <a:off x="6507328" y="4914900"/>
            <a:ext cx="4861408" cy="982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Du zeigst, dass aus einer Bicep-Datei ein ARM-Template entsteht.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Ablauf</a:t>
            </a:r>
            <a:endParaRPr lang="en-US" sz="3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1210300"/>
                <a:gridCol w="2218883"/>
                <a:gridCol w="766523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Lektion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Phase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Inhalt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03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L1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Einstieg, Input 1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Rückblick auf den Kurs · Infrastruktur als Code, Bicep, cloud-init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L2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Hands-on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Auftrag 5.1: Ubuntu-VM mit cloud-init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L3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Hands-on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Auftrag 5.2: Erstes Bicep-File, ARM-Template vergleichen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L4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Hands-on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Auftrag 5.3: Bicep für VNet, Subnetz und NSG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L5–L7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Abschlussprojekt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Webserver der «Velo Zürich AG» komplett per Bicep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L8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Abschluss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Kurzpräsentationen · Feedback · Aufräumen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Abschlussprojekt: Webserver der «Velo Zürich AG»</a:t>
            </a:r>
            <a:endParaRPr lang="en-US" sz="3400" dirty="0"/>
          </a:p>
        </p:txBody>
      </p:sp>
      <p:sp>
        <p:nvSpPr>
          <p:cNvPr id="3" name="karte"/>
          <p:cNvSpPr/>
          <p:nvPr/>
        </p:nvSpPr>
        <p:spPr>
          <a:xfrm>
            <a:off x="548640" y="2446020"/>
            <a:ext cx="351525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4" name="icon-kreis-FaFileCode"/>
          <p:cNvSpPr/>
          <p:nvPr/>
        </p:nvSpPr>
        <p:spPr>
          <a:xfrm>
            <a:off x="822960" y="272034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5" name="icon-FaFileCode" descr="C:\Users\Thanam\AppData\Local\Temp\claude\c--Projekt-Trainings-azure-basics-training\a7a6b8eb-22f3-4b42-aecc-5af05d1502b1\scratchpad\folien\assets\icons\FaFileCo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579" y="2873959"/>
            <a:ext cx="332842" cy="33284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45920" y="272034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Auftrag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543300"/>
            <a:ext cx="29666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VNet, Subnetz, NSG und VM mit cloud-init – alles in einer Bicep-Datei, mit einem Befehl bereitgestellt.</a:t>
            </a:r>
            <a:endParaRPr lang="en-US" sz="1600" dirty="0"/>
          </a:p>
        </p:txBody>
      </p:sp>
      <p:sp>
        <p:nvSpPr>
          <p:cNvPr id="8" name="karte"/>
          <p:cNvSpPr/>
          <p:nvPr/>
        </p:nvSpPr>
        <p:spPr>
          <a:xfrm>
            <a:off x="4338218" y="2446020"/>
            <a:ext cx="351525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9" name="icon-kreis-FaClipboardList"/>
          <p:cNvSpPr/>
          <p:nvPr/>
        </p:nvSpPr>
        <p:spPr>
          <a:xfrm>
            <a:off x="4612538" y="272034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0" name="icon-FaClipboardList" descr="C:\Users\Thanam\AppData\Local\Temp\claude\c--Projekt-Trainings-azure-basics-training\a7a6b8eb-22f3-4b42-aecc-5af05d1502b1\scratchpad\folien\assets\icons\FaClipboardLi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6158" y="2873959"/>
            <a:ext cx="332842" cy="33284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35498" y="272034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Abgabe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4612538" y="3543300"/>
            <a:ext cx="29666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Bicep- und cloud-init-Datei, kurze Dokumentation, Screenshot der Website.</a:t>
            </a:r>
            <a:endParaRPr lang="en-US" sz="1600" dirty="0"/>
          </a:p>
        </p:txBody>
      </p:sp>
      <p:sp>
        <p:nvSpPr>
          <p:cNvPr id="13" name="karte"/>
          <p:cNvSpPr/>
          <p:nvPr/>
        </p:nvSpPr>
        <p:spPr>
          <a:xfrm>
            <a:off x="8127797" y="2446020"/>
            <a:ext cx="351525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4" name="icon-kreis-FaChartLine"/>
          <p:cNvSpPr/>
          <p:nvPr/>
        </p:nvSpPr>
        <p:spPr>
          <a:xfrm>
            <a:off x="8402117" y="272034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5" name="icon-FaChartLine" descr="C:\Users\Thanam\AppData\Local\Temp\claude\c--Projekt-Trainings-azure-basics-training\a7a6b8eb-22f3-4b42-aecc-5af05d1502b1\scratchpad\folien\assets\icons\FaChartLin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55736" y="2873959"/>
            <a:ext cx="332842" cy="332842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9225077" y="272034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Präsentation</a:t>
            </a:r>
            <a:endParaRPr lang="en-US" sz="2000" dirty="0"/>
          </a:p>
        </p:txBody>
      </p:sp>
      <p:sp>
        <p:nvSpPr>
          <p:cNvPr id="17" name="Text 12"/>
          <p:cNvSpPr txBox="1"/>
          <p:nvPr/>
        </p:nvSpPr>
        <p:spPr>
          <a:xfrm>
            <a:off x="8402117" y="3543300"/>
            <a:ext cx="29666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5 Minuten pro Team: Architektur, Live-Demo, was ihr gelernt habt.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Zum Schluss</a:t>
            </a:r>
            <a:endParaRPr lang="en-US" sz="3400" dirty="0"/>
          </a:p>
        </p:txBody>
      </p:sp>
      <p:sp>
        <p:nvSpPr>
          <p:cNvPr id="3" name="karte"/>
          <p:cNvSpPr/>
          <p:nvPr/>
        </p:nvSpPr>
        <p:spPr>
          <a:xfrm>
            <a:off x="548640" y="2446020"/>
            <a:ext cx="351525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4" name="icon-kreis-FaTrashAlt"/>
          <p:cNvSpPr/>
          <p:nvPr/>
        </p:nvSpPr>
        <p:spPr>
          <a:xfrm>
            <a:off x="822960" y="272034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5" name="icon-FaTrashAlt" descr="C:\Users\Thanam\AppData\Local\Temp\claude\c--Projekt-Trainings-azure-basics-training\a7a6b8eb-22f3-4b42-aecc-5af05d1502b1\scratchpad\folien\assets\icons\FaTrashAl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579" y="2873959"/>
            <a:ext cx="332842" cy="33284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45920" y="272034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Aufräumen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543300"/>
            <a:ext cx="29666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Alle Ressourcengruppen des Kurses löschen: az group list -o table</a:t>
            </a:r>
            <a:endParaRPr lang="en-US" sz="1600" dirty="0"/>
          </a:p>
        </p:txBody>
      </p:sp>
      <p:sp>
        <p:nvSpPr>
          <p:cNvPr id="8" name="karte"/>
          <p:cNvSpPr/>
          <p:nvPr/>
        </p:nvSpPr>
        <p:spPr>
          <a:xfrm>
            <a:off x="4338218" y="2446020"/>
            <a:ext cx="351525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9" name="icon-kreis-FaPencilAlt"/>
          <p:cNvSpPr/>
          <p:nvPr/>
        </p:nvSpPr>
        <p:spPr>
          <a:xfrm>
            <a:off x="4612538" y="272034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0" name="icon-FaPencilAlt" descr="C:\Users\Thanam\AppData\Local\Temp\claude\c--Projekt-Trainings-azure-basics-training\a7a6b8eb-22f3-4b42-aecc-5af05d1502b1\scratchpad\folien\assets\icons\FaPencilAl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6158" y="2873959"/>
            <a:ext cx="332842" cy="33284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35498" y="272034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Feedback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4612538" y="3543300"/>
            <a:ext cx="29666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Was war hilfreich? Was soll ich ändern?</a:t>
            </a:r>
            <a:endParaRPr lang="en-US" sz="1600" dirty="0"/>
          </a:p>
        </p:txBody>
      </p:sp>
      <p:sp>
        <p:nvSpPr>
          <p:cNvPr id="13" name="karte"/>
          <p:cNvSpPr/>
          <p:nvPr/>
        </p:nvSpPr>
        <p:spPr>
          <a:xfrm>
            <a:off x="8127797" y="2446020"/>
            <a:ext cx="351525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4" name="icon-kreis-FaGraduationCap"/>
          <p:cNvSpPr/>
          <p:nvPr/>
        </p:nvSpPr>
        <p:spPr>
          <a:xfrm>
            <a:off x="8402117" y="272034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5" name="icon-FaGraduationCap" descr="C:\Users\Thanam\AppData\Local\Temp\claude\c--Projekt-Trainings-azure-basics-training\a7a6b8eb-22f3-4b42-aecc-5af05d1502b1\scratchpad\folien\assets\icons\FaGraduationCa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55736" y="2873959"/>
            <a:ext cx="332842" cy="332842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9225077" y="272034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Wie weiter?</a:t>
            </a:r>
            <a:endParaRPr lang="en-US" sz="2000" dirty="0"/>
          </a:p>
        </p:txBody>
      </p:sp>
      <p:sp>
        <p:nvSpPr>
          <p:cNvPr id="17" name="Text 12"/>
          <p:cNvSpPr txBox="1"/>
          <p:nvPr/>
        </p:nvSpPr>
        <p:spPr>
          <a:xfrm>
            <a:off x="8402117" y="3543300"/>
            <a:ext cx="29666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Microsoft Learn: Lernpfade zu Azure Fundamentals (AZ-900)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1554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27303A"/>
                </a:solidFill>
              </a:rPr>
              <a:t>Danke!</a:t>
            </a:r>
            <a:endParaRPr lang="en-US" sz="40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548640" y="25603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006FAD"/>
                </a:solidFill>
              </a:rPr>
              <a:t>PAT Cloud Solutions · patcloudsolutions.ch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AT Cloud Solutions">
  <a:themeElements>
    <a:clrScheme name="PAT Cloud Solutions">
      <a:dk1>
        <a:srgbClr val="27303A"/>
      </a:dk1>
      <a:lt1>
        <a:srgbClr val="FFFFFF"/>
      </a:lt1>
      <a:dk2>
        <a:srgbClr val="0E0E0E"/>
      </a:dk2>
      <a:lt2>
        <a:srgbClr val="F7F7F7"/>
      </a:lt2>
      <a:accent1>
        <a:srgbClr val="006FAD"/>
      </a:accent1>
      <a:accent2>
        <a:srgbClr val="DEE2FB"/>
      </a:accent2>
      <a:accent3>
        <a:srgbClr val="6F6F6F"/>
      </a:accent3>
      <a:accent4>
        <a:srgbClr val="2E7D32"/>
      </a:accent4>
      <a:accent5>
        <a:srgbClr val="B3261E"/>
      </a:accent5>
      <a:accent6>
        <a:srgbClr val="D5D8F4"/>
      </a:accent6>
      <a:hlink>
        <a:srgbClr val="006FAD"/>
      </a:hlink>
      <a:folHlink>
        <a:srgbClr val="27303A"/>
      </a:folHlink>
    </a:clrScheme>
    <a:fontScheme name="PAT Cloud Solutions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PAT Cloud Solutions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Tag 5: Automatisierung mit Bicep und cloud-init</dc:title>
  <dc:subject>PptxGenJS Presentation</dc:subject>
  <dc:creator>PAT Cloud Solutions</dc:creator>
  <cp:lastModifiedBy>PAT Cloud Solutions</cp:lastModifiedBy>
  <cp:revision>1</cp:revision>
  <dcterms:created xsi:type="dcterms:W3CDTF">2026-10-25T19:18:34Z</dcterms:created>
  <dcterms:modified xsi:type="dcterms:W3CDTF">2026-10-25T19:18:34Z</dcterms:modified>
</cp:coreProperties>
</file>