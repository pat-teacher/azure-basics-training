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e464e768-a45c-eef6-db41-77520d46016e}">
          <p14:sldIdLst>
            <p14:sldId id="256"/>
            <p14:sldId id="257"/>
          </p14:sldIdLst>
        </p14:section>
        <p14:section name="Heute" id="{dfbfd0e7-0acb-c87e-393b-5e238add0d2e}">
          <p14:sldIdLst>
            <p14:sldId id="258"/>
            <p14:sldId id="259"/>
            <p14:sldId id="260"/>
          </p14:sldIdLst>
        </p14:section>
        <p14:section name="Abschluss" id="{4590c3c8-049e-5b45-00f7-fe79c64c65b5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Ja, Compute läuft weiter (nicht deallocated). Seinen öffentlichen. Nur Kleinbuchstaben und Ziffern erlaubt.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Antwort Exit-Ticket: Nein, Regel 100 wird zuerst geprüft.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4: Azure Networking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Rückblick Tag 3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Beantworte die Fragen mit deinem Partner – 5 Minuten.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fährst die VM mit sudo poweroff herunter. Kostet sie noch etwas?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SSH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Welchen Schlüssel brauchst du von einem Kollegen, damit er auf deine VM darf?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Storage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Warum ist St-Tag3-MM kein gültiger Storage-Account-Name?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Sitemap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Sitemap" descr="C:\Users\Thanam\AppData\Local\Temp\claude\c--Projekt-Trainings-azure-basics-training\a7a6b8eb-22f3-4b42-aecc-5af05d1502b1\scratchpad\folien\assets\icons\FaSite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Subnetting (K3)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teilst einen Adressraum in Subnetze auf.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NetworkWired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NetworkWired" descr="C:\Users\Thanam\AppData\Local\Temp\claude\c--Projekt-Trainings-azure-basics-training\a7a6b8eb-22f3-4b42-aecc-5af05d1502b1\scratchpad\folien\assets\icons\FaNetworkW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VNet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stellst ein VNet mit mehreren Subnetzen bereit.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hieldAlt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hieldAlt" descr="C:\Users\Thanam\AppData\Local\Temp\claude\c--Projekt-Trainings-azure-basics-training\a7a6b8eb-22f3-4b42-aecc-5af05d1502b1\scratchpad\folien\assets\icons\FaShieldA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NSG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filterst Verkehr nach Port und IP-Adresse.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Search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Search" descr="C:\Users\Thanam\AppData\Local\Temp\claude\c--Projekt-Trainings-azure-basics-training\a7a6b8eb-22f3-4b42-aecc-5af05d1502b1\scratchpad\folien\assets\icons\Fa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Fehlersuche (K4)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begründest, warum eine Verbindung klappt oder blockiert wird.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· VNet und Subnetting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4.1: Subnetting-Training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4.2: VNet mit zwei Subnetzen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L4–L5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Input 2, 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Netzwerksicherheitsgruppen (NSG) · Auftrag 4.3: Zwei VMs im VNet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4.4: NSG-Regeln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4.5: Fehlersuche · ⭐ 4.6 Network Watcher · ⭐ 4.7 Challenge Lab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Netzplan zeichnen · Aufräumen · Exit-Ticket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Aufträge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67833"/>
                <a:gridCol w="7785555"/>
                <a:gridCol w="214102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Nr.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Auftrag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Form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Subnetting-Training für die «Velo Zürich AG»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mit zwei Subnetzen (snet-web, snet-intern)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Zwei VMs im VNet, Ping und SSH zwischen den Subnetzen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NSG-Regeln: HTTP für alle, SSH nur von der Schul-IP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4.5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Fehlersuche: «Warum komme ich nicht auf meine VM?»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4.6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IP-Flussüberprüfung und effektive Sicherheitsregeln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Einzel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⭐ 4.7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Challenge Lab zu bedingtem Zugriff (Learn on Demand)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Partner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MapMarked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MapMarkedAlt" descr="C:\Users\Thanam\AppData\Local\Temp\claude\c--Projekt-Trainings-azure-basics-training\a7a6b8eb-22f3-4b42-aecc-5af05d1502b1\scratchpad\folien\assets\icons\FaMapMarked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Netzplan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Zeichne deine Umgebung: VNet, Subnetze, NSG-Regeln, VMs mit IP-Adressen.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2446020"/>
            <a:ext cx="541004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DoorOpen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DoorOpen" descr="C:\Users\Thanam\AppData\Local\Temp\claude\c--Projekt-Trainings-azure-basics-training\a7a6b8eb-22f3-4b42-aecc-5af05d1502b1\scratchpad\folien\assets\icons\FaDoorO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27203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Exit-Ticket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3543300"/>
            <a:ext cx="486140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Eine NSG hat Regel 100 Deny und Regel 200 Allow für Port 80. Ist die Website erreichbar?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Nächstes Mal: alles als Code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Tag 5 · Automatisierung mit Bicep und cloud-init</a:t>
            </a:r>
            <a:endParaRPr lang="en-US" sz="2000" dirty="0"/>
          </a:p>
        </p:txBody>
      </p:sp>
      <p:sp>
        <p:nvSpPr>
          <p:cNvPr id="4" name="karte"/>
          <p:cNvSpPr/>
          <p:nvPr/>
        </p:nvSpPr>
        <p:spPr>
          <a:xfrm>
            <a:off x="548640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FileCode"/>
          <p:cNvSpPr/>
          <p:nvPr/>
        </p:nvSpPr>
        <p:spPr>
          <a:xfrm>
            <a:off x="822960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FileCode" descr="C:\Users\Thanam\AppData\Local\Temp\claude\c--Projekt-Trainings-azure-basics-training\a7a6b8eb-22f3-4b42-aecc-5af05d1502b1\scratchpad\folien\assets\icons\FaFil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4039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Die Umgebung von heute in einer Datei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6233008" y="3611880"/>
            <a:ext cx="5410048" cy="2103120"/>
          </a:xfrm>
          <a:prstGeom prst="roundRect">
            <a:avLst>
              <a:gd name="adj" fmla="val 521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Rocket"/>
          <p:cNvSpPr/>
          <p:nvPr/>
        </p:nvSpPr>
        <p:spPr>
          <a:xfrm>
            <a:off x="6507328" y="3886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Rocket" descr="C:\Users\Thanam\AppData\Local\Temp\claude\c--Projekt-Trainings-azure-basics-training\a7a6b8eb-22f3-4b42-aecc-5af05d1502b1\scratchpad\folien\assets\icons\Fa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403981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30288" y="3886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Abschlussprojekt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507328" y="4709160"/>
            <a:ext cx="486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Webserver der «Velo Zürich AG»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4: Azure Networking</dc:title>
  <dc:subject>PptxGenJS Presentation</dc:subject>
  <dc:creator>PAT Cloud Solutions</dc:creator>
  <cp:lastModifiedBy>PAT Cloud Solutions</cp:lastModifiedBy>
  <cp:revision>1</cp:revision>
  <dcterms:created xsi:type="dcterms:W3CDTF">2026-10-25T19:18:34Z</dcterms:created>
  <dcterms:modified xsi:type="dcterms:W3CDTF">2026-10-25T19:18:34Z</dcterms:modified>
</cp:coreProperties>
</file>