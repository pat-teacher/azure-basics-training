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5cd97fdf-5995-d677-8625-a0701a4b686e}">
          <p14:sldIdLst>
            <p14:sldId id="256"/>
            <p14:sldId id="257"/>
          </p14:sldIdLst>
        </p14:section>
        <p14:section name="Heute" id="{59cb6abe-3944-138e-0e55-a90d5edcf967}">
          <p14:sldIdLst>
            <p14:sldId id="258"/>
            <p14:sldId id="259"/>
            <p14:sldId id="260"/>
          </p14:sldIdLst>
        </p14:section>
        <p14:section name="Abschluss" id="{169ad23e-6370-5239-b03f-6ec020a28c15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Ja, Compute läuft weiter (nicht deallocated). Seinen öffentlichen. Nur Kleinbuchstaben und Ziffern erlaubt.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Antwort Exit-Ticket: Nein, Regel 100 wird zuerst geprüft.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Tag 4: Azure Networking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Rückblick Tag 3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Beantworte die Fragen mit deinem Partner – 5 Minuten.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Kosten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fährst die VM mit sudo poweroff herunter. Kostet sie noch etwas?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SSH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Welchen Schlüssel brauchst du von einem Kollegen, damit er auf deine VM darf?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Storage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Warum ist St-Tag3-MM kein gültiger Storage-Account-Name?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Sitema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Sitemap" descr="C:\Users\Thanam\AppData\Local\Temp\claude\c--Projekt-Trainings-azure-basics-training\a9e0bf4e-0d08-4082-a38a-5b8886538508\scratchpad\pptx\assets\icons\Fa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Subnetting (K3)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teilst einen Adressraum in Subnetze auf.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NetworkWired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NetworkWired" descr="C:\Users\Thanam\AppData\Local\Temp\claude\c--Projekt-Trainings-azure-basics-training\a9e0bf4e-0d08-4082-a38a-5b8886538508\scratchpad\pptx\assets\icons\FaNetworkWi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VNet (K3)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stellst ein VNet mit mehreren Subnetzen bereit.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ShieldAl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ShieldAlt" descr="C:\Users\Thanam\AppData\Local\Temp\claude\c--Projekt-Trainings-azure-basics-training\a9e0bf4e-0d08-4082-a38a-5b8886538508\scratchpad\pptx\assets\icons\FaShiel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NSG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filterst Verkehr nach Port und IP-Adresse.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Search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Search" descr="C:\Users\Thanam\AppData\Local\Temp\claude\c--Projekt-Trainings-azure-basics-training\a9e0bf4e-0d08-4082-a38a-5b8886538508\scratchpad\pptx\assets\icons\Fa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Fehlersuche (K4)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begründest, warum eine Verbindung klappt oder blockiert wird.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 · VNet und Subnetting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4.1: Subnetting-Training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4.2: VNet mit zwei Subnetzen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L4–L5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 2,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Netzwerksicherheitsgruppen (NSG) · Auftrag 4.3: Zwei VMs im VNet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4.4: NSG-Regeln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4.5: Fehlersuche · ⭐ 4.6 Network Watcher · ⭐ 4.7 Challenge Lab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Netzplan zeichnen · Aufräumen · Exit-Ticket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7785555"/>
                <a:gridCol w="214102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Subnetting-Training für die «Velo Zürich AG»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VNet mit zwei Subnetzen (snet-web, snet-intern)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Zwei VMs im VNet, Ping und SSH zwischen den Subnetzen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NSG-Regeln: HTTP für alle, SSH nur von der Schul-IP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Fehlersuche: «Warum komme ich nicht auf meine VM?»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4.6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IP-Flussüberprüfung und effektive Sicherheitsregeln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4.7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Challenge Lab zu bedingtem Zugriff (Learn on Demand)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MapMarked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MapMarkedAlt" descr="C:\Users\Thanam\AppData\Local\Temp\claude\c--Projekt-Trainings-azure-basics-training\a9e0bf4e-0d08-4082-a38a-5b8886538508\scratchpad\pptx\assets\icons\FaMapMarked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Netzplan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Zeichne deine Umgebung: VNet, Subnetze, NSG-Regeln, VMs mit IP-Adressen.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9e0bf4e-0d08-4082-a38a-5b8886538508\scratchpad\pptx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NSG hat Regel 100 Deny und Regel 200 Allow für Port 80. Ist die Website erreichbar?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Morgen: alles als Code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Tag 5 · Automatisierung mit Bicep und cloud-init</a:t>
            </a:r>
            <a:endParaRPr lang="en-US" sz="2000" dirty="0"/>
          </a:p>
        </p:txBody>
      </p:sp>
      <p:sp>
        <p:nvSpPr>
          <p:cNvPr id="4" name="karte-dunkel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5" name="icon-kreis-FaFileCode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FileCode" descr="C:\Users\Thanam\AppData\Local\Temp\claude\c--Projekt-Trainings-azure-basics-training\a9e0bf4e-0d08-4082-a38a-5b8886538508\scratchpad\pptx\assets\icons\FaFile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Bicep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Die Umgebung von heute in einer Datei</a:t>
            </a:r>
            <a:endParaRPr lang="en-US" sz="1600" dirty="0"/>
          </a:p>
        </p:txBody>
      </p:sp>
      <p:sp>
        <p:nvSpPr>
          <p:cNvPr id="9" name="karte-dunkel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323C48"/>
          </a:solidFill>
          <a:ln w="12700">
            <a:solidFill>
              <a:srgbClr val="323C48"/>
            </a:solidFill>
            <a:prstDash val="solid"/>
          </a:ln>
        </p:spPr>
      </p:sp>
      <p:sp>
        <p:nvSpPr>
          <p:cNvPr id="10" name="icon-kreis-FaRocket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Rocket" descr="C:\Users\Thanam\AppData\Local\Temp\claude\c--Projekt-Trainings-azure-basics-training\a9e0bf4e-0d08-4082-a38a-5b8886538508\scratchpad\pptx\assets\icons\FaRock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Abschlussprojekt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EE2FB"/>
                </a:solidFill>
              </a:rPr>
              <a:t>Webserver der «Velo Zürich AG»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4: Azure Networking</dc:title>
  <dc:subject>PptxGenJS Presentation</dc:subject>
  <dc:creator>PAT Cloud Solutions</dc:creator>
  <cp:lastModifiedBy>PAT Cloud Solutions</cp:lastModifiedBy>
  <cp:revision>1</cp:revision>
  <dcterms:created xsi:type="dcterms:W3CDTF">2026-10-20T10:46:30Z</dcterms:created>
  <dcterms:modified xsi:type="dcterms:W3CDTF">2026-10-20T10:46:30Z</dcterms:modified>
</cp:coreProperties>
</file>