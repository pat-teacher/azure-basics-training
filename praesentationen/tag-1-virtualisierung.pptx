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f00fff78-a5f8-bf56-2202-e1b35318b053}">
          <p14:sldIdLst>
            <p14:sldId id="256"/>
            <p14:sldId id="257"/>
            <p14:sldId id="258"/>
            <p14:sldId id="259"/>
            <p14:sldId id="260"/>
          </p14:sldIdLst>
        </p14:section>
        <p14:section name="Heute" id="{ca6ad41d-2f2f-5cee-7e10-ffc3c7cd9581}">
          <p14:sldIdLst>
            <p14:sldId id="261"/>
            <p14:sldId id="262"/>
            <p14:sldId id="263"/>
            <p14:sldId id="264"/>
            <p14:sldId id="265"/>
          </p14:sldIdLst>
        </p14:section>
        <p14:section name="Abschluss" id="{9846700f-24d2-a037-eb1f-e11c37622c8a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Begrüssung. Kurz vorstellen: Kursleitung, PAT Cloud Solutions. Ziel der Woche in einem Satz: Am Freitag stellst du eine komplette Umgebung in Azure per Code bereit.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Erwartungen klären: kein Frontalunterricht. Fragen sind jederzeit willkommen.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Roter Faden: von der VM auf dem eigenen Laptop zur automatisierten Umgebung in der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Lernjournal-Format zeigen (Markdown, OneNote oder Word – nach Absprache).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Vorwissen aktivieren, 5 Minuten. Handzeichen oder Kurzumfrage (z. B. Forms/Mentimeter).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⭐-Ziel für Schnelle: Unterschied VM und Container beschreiben (Auftrag 1.6).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Zeiten an den Stundenplan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Ablage auf der Website zeigen. Hinweis: Lösungen sind zum Vergleichen 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Laptops mit deaktivierter Virtualisierung oder Windows Home sofort sammeln. Beim ersten launch evtl. reihenweise starten (Download ca. 600 MB).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 vor Auftrag 1.2. Erste VM vorab erstellt haben, damit die Demo nicht auf den Download wartet.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Exit-Tickets einsammeln und an Tag 2 als Einstieg verwenden.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Tag 1: Grundlagen Virtualisierung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Willkommen im Kurs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aptop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aptop" descr="C:\Users\Thanam\AppData\Local\Temp\claude\c--Projekt-Trainings-azure-basics-training\a9e0bf4e-0d08-4082-a38a-5b8886538508\scratchpad\pptx\assets\icons\FaLap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Hands-on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Rund 70 % der Zeit arbeitest du selbst an Aufträgen – einzeln oder zu zweit.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Lightbulb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Lightbulb" descr="C:\Users\Thanam\AppData\Local\Temp\claude\c--Projekt-Trainings-azure-basics-training\a9e0bf4e-0d08-4082-a38a-5b8886538508\scratchpad\pptx\assets\icons\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Kurze Inputs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Zu wichtigen Themen gibt es kurze Inputs, höchstens 20 Minuten, immer mit Live-Demo.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HandsHelping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HandsHelping" descr="C:\Users\Thanam\AppData\Local\Temp\claude\c--Projekt-Trainings-azure-basics-training\a9e0bf4e-0d08-4082-a38a-5b8886538508\scratchpad\pptx\assets\icons\FaHandsHelp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Coaching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Die Kursleitung geht herum und hilft. Du bestimmst dein Tempo.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Die Woche im Überblick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008583"/>
                <a:gridCol w="4034333"/>
                <a:gridCol w="605149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Tag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Schwerpunkt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Du baust …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Grundlagen Virtualisierung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lokale VMs mit Multipass, deine erste automatische VM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Public Cloud und Azure Grundlagen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deine ersten Azure-Ressourcen im Portal und mit der Azure CLI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Compute und Storage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eine Linux-VM in Azure und einen Storage Account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Networking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 VNet mit Subnetzen und NSG-Regeln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Automatisierung mit Bicep und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eine komplette Umgebung als Code – Abschlussprojekt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So arbeiten wir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PencilAlt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PencilAlt" descr="C:\Users\Thanam\AppData\Local\Temp\claude\c--Projekt-Trainings-azure-basics-training\a9e0bf4e-0d08-4082-a38a-5b8886538508\scratchpad\pptx\assets\icons\FaPencil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Lernjournal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Pro Auftrag: Befehle, Screenshot als Nachweis (ohne persönliche Daten), was nicht geklappt hat.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Users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Users" descr="C:\Users\Thanam\AppData\Local\Temp\claude\c--Projekt-Trainings-azure-basics-training\a9e0bf4e-0d08-4082-a38a-5b8886538508\scratchpad\pptx\assets\icons\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Partnerarbeit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Driver tippt, Navigator liest und kontrolliert. Nach jedem Auftrag wechseln.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Clock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Clock" descr="C:\Users\Thanam\AppData\Local\Temp\claude\c--Projekt-Trainings-azure-basics-training\a9e0bf4e-0d08-4082-a38a-5b8886538508\scratchpad\pptx\assets\icons\Fa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Hilfe holen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10 Minuten selbst probieren, dann Partner fragen, dann Kursleitung.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TrashAlt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TrashAlt" descr="C:\Users\Thanam\AppData\Local\Temp\claude\c--Projekt-Trainings-azure-basics-training\a9e0bf4e-0d08-4082-a38a-5b8886538508\scratchpad\pptx\assets\icons\FaTrash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Aufräumen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Ab Tag 2: Nach jedem Azure-Auftrag die Ressourcengruppe löschen. Das schont dein Guthaben.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Was weisst du schon?</a:t>
            </a:r>
            <a:endParaRPr lang="en-US" sz="3400" dirty="0"/>
          </a:p>
        </p:txBody>
      </p:sp>
      <p:sp>
        <p:nvSpPr>
          <p:cNvPr id="3" name="icon-kreis-FaServer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Wer hat schon eine virtuelle Maschine benutzt?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Mit welchem Programm? Wofür?</a:t>
            </a:r>
            <a:endParaRPr lang="en-US" sz="1800" dirty="0"/>
          </a:p>
        </p:txBody>
      </p:sp>
      <p:sp>
        <p:nvSpPr>
          <p:cNvPr id="6" name="icon-kreis-FaBuilding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Building" descr="C:\Users\Thanam\AppData\Local\Temp\claude\c--Projekt-Trainings-azure-basics-training\a9e0bf4e-0d08-4082-a38a-5b8886538508\scratchpad\pptx\assets\icons\FaBuil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Wo laufen VMs in deinem Lehrbetrieb?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Server im Keller, Rechenzentrum, Cloud?</a:t>
            </a:r>
            <a:endParaRPr lang="en-US" sz="1800" dirty="0"/>
          </a:p>
        </p:txBody>
      </p:sp>
      <p:sp>
        <p:nvSpPr>
          <p:cNvPr id="9" name="icon-kreis-FaDocker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cker" descr="C:\Users\Thanam\AppData\Local\Temp\claude\c--Projekt-Trainings-azure-basics-training\a9e0bf4e-0d08-4082-a38a-5b8886538508\scratchpad\pptx\assets\icons\FaDock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Wer kennt Docker?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Was ist der Unterschied zu einer VM? Eine Vermutung reicht.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ayerGroup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ayerGroup" descr="C:\Users\Thanam\AppData\Local\Temp\claude\c--Projekt-Trainings-azure-basics-training\a9e0bf4e-0d08-4082-a38a-5b8886538508\scratchpad\pptx\assets\icons\FaLayer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Hypervisor (K2)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erklärst, was ein Hypervisor macht, und ordnest Typ 1 und Typ 2 zu.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Server"/>
          <p:cNvSpPr/>
          <p:nvPr/>
        </p:nvSpPr>
        <p:spPr>
          <a:xfrm>
            <a:off x="461253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VMs mit Multipass (K3)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erstellst, startest, stoppst und löschst VMs.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Memory"/>
          <p:cNvSpPr/>
          <p:nvPr/>
        </p:nvSpPr>
        <p:spPr>
          <a:xfrm>
            <a:off x="8402117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Memory" descr="C:\Users\Thanam\AppData\Local\Temp\claude\c--Projekt-Trainings-azure-basics-training\a9e0bf4e-0d08-4082-a38a-5b8886538508\scratchpad\pptx\assets\icons\FaMemo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175381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Ressourcen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gibst einer VM CPU, RAM und Festplatte und prüfst es.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548640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Rocket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Rocket" descr="C:\Users\Thanam\AppData\Local\Temp\claude\c--Projekt-Trainings-azure-basics-training\a9e0bf4e-0d08-4082-a38a-5b8886538508\scratchpad\pptx\assets\icons\FaRocke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45920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cloud-init (K3)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richtest eine VM automatisch mit einer Datei ein.</a:t>
            </a:r>
            <a:endParaRPr lang="en-US" sz="1600" dirty="0"/>
          </a:p>
        </p:txBody>
      </p:sp>
      <p:sp>
        <p:nvSpPr>
          <p:cNvPr id="23" name="karte"/>
          <p:cNvSpPr/>
          <p:nvPr/>
        </p:nvSpPr>
        <p:spPr>
          <a:xfrm>
            <a:off x="4338218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4" name="icon-kreis-FaKey"/>
          <p:cNvSpPr/>
          <p:nvPr/>
        </p:nvSpPr>
        <p:spPr>
          <a:xfrm>
            <a:off x="461253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5" name="icon-FaKey" descr="C:\Users\Thanam\AppData\Local\Temp\claude\c--Projekt-Trainings-azure-basics-training\a9e0bf4e-0d08-4082-a38a-5b8886538508\scratchpad\pptx\assets\icons\FaKe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6158" y="4245559"/>
            <a:ext cx="332842" cy="33284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35498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SSH-Schlüssel (K3)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4612538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erstellst ein Schlüsselpaar für die Cloud.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Einstieg,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Kursstart · Was ist Virtualisierung?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Hands-on, Demo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1.1: Hypervisor und dein Laptop · Live-Demo Multipass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L3–L4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1.2: Multipass und deine erste VM · 1.3: CPU und RAM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Automatisch statt von Hand: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L5–L6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1.4: Deine erste automatische VM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1.5: SSH-Schlüssel · ⭐ 1.6: Container mit Docker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Input, 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Vom Hypervisor zum Hyperscaler · Aufräumen · Exit-Ticket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Aufträge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67833"/>
                <a:gridCol w="6325763"/>
                <a:gridCol w="1362472"/>
                <a:gridCol w="223834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Nr.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Auftrag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Zeit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Form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Hypervisor und dein Laptop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Multipass und deine erste VM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Wie viel CPU und RAM bekommt eine VM?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Deine erste automatische VM mit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SSH-Schlüssel für die Cloud vorbereiten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1.6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Container mit Docker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Aufträge: auftraege/tag-1/ · Lösungen erst nach dem eigenen Versuch: loesungen/tag-1/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Bevor du startest</a:t>
            </a:r>
            <a:endParaRPr lang="en-US" sz="3400" dirty="0"/>
          </a:p>
        </p:txBody>
      </p:sp>
      <p:sp>
        <p:nvSpPr>
          <p:cNvPr id="3" name="icon-kreis-FaMicrochip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Microchip" descr="C:\Users\Thanam\AppData\Local\Temp\claude\c--Projekt-Trainings-azure-basics-training\a9e0bf4e-0d08-4082-a38a-5b8886538508\scratchpad\pptx\assets\icons\FaMicroch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Virtualisierung aktiv?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Task-Manager &gt; Leistung &gt; CPU &gt; «Virtualisierung: Aktiviert»</a:t>
            </a:r>
            <a:endParaRPr lang="en-US" sz="1800" dirty="0"/>
          </a:p>
        </p:txBody>
      </p:sp>
      <p:sp>
        <p:nvSpPr>
          <p:cNvPr id="6" name="icon-kreis-FaLapto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Laptop" descr="C:\Users\Thanam\AppData\Local\Temp\claude\c--Projekt-Trainings-azure-basics-training\a9e0bf4e-0d08-4082-a38a-5b8886538508\scratchpad\pptx\assets\icons\Fa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Windows Pro oder Education?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Dann ist Hyper-V eingebaut. Bei Windows Home: Kursleitung holen.</a:t>
            </a:r>
            <a:endParaRPr lang="en-US" sz="1800" dirty="0"/>
          </a:p>
        </p:txBody>
      </p:sp>
      <p:sp>
        <p:nvSpPr>
          <p:cNvPr id="9" name="icon-kreis-FaHdd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Hdd" descr="C:\Users\Thanam\AppData\Local\Temp\claude\c--Projekt-Trainings-azure-basics-training\a9e0bf4e-0d08-4082-a38a-5b8886538508\scratchpad\pptx\assets\icons\FaHd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Genug Platz?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Mindestens 15 GB frei. Multipass lädt Ubuntu selbst herunter.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Multipass in 6 Befehlen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658368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launch --name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list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shell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exec vm1 -- free -h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stop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delete --purge vm1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1325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launch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VM erstellen und starten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2468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list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alle VMs anzeigen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3611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shell / exec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in der VM arbeiten / einen Befehl ausführen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4754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stop / delete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VM stoppen / endgültig löschen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Trash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TrashAlt" descr="C:\Users\Thanam\AppData\Local\Temp\claude\c--Projekt-Trainings-azure-basics-training\a9e0bf4e-0d08-4082-a38a-5b8886538508\scratchpad\pptx\assets\icons\FaTrash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Aufräumen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multipass delete --purge --all · Den SSH-Schlüssel behalten – du brauchst ihn an Tag 3!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DoorOpen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orOpen" descr="C:\Users\Thanam\AppData\Local\Temp\claude\c--Projekt-Trainings-azure-basics-training\a9e0bf4e-0d08-4082-a38a-5b8886538508\scratchpad\pptx\assets\icons\FaDoo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Exit-Ticket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ist der grösste Unterschied zwischen deiner VM und einer VM in der Cloud?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Morgen: ab in die Cloud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Tag 2 · Public Cloud und Azure Grundlagen</a:t>
            </a:r>
            <a:endParaRPr lang="en-US" sz="2000" dirty="0"/>
          </a:p>
        </p:txBody>
      </p:sp>
      <p:sp>
        <p:nvSpPr>
          <p:cNvPr id="4" name="karte-dunkel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323C48"/>
          </a:solidFill>
          <a:ln w="12700">
            <a:solidFill>
              <a:srgbClr val="323C48"/>
            </a:solidFill>
            <a:prstDash val="solid"/>
          </a:ln>
        </p:spPr>
      </p:sp>
      <p:sp>
        <p:nvSpPr>
          <p:cNvPr id="5" name="icon-kreis-FaCloud"/>
          <p:cNvSpPr/>
          <p:nvPr/>
        </p:nvSpPr>
        <p:spPr>
          <a:xfrm>
            <a:off x="822960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Cloud" descr="C:\Users\Thanam\AppData\Local\Temp\claude\c--Projekt-Trainings-azure-basics-training\a9e0bf4e-0d08-4082-a38a-5b8886538508\scratchpad\pptx\assets\icons\Fa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4039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Hyperscaler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EE2FB"/>
                </a:solidFill>
              </a:rPr>
              <a:t>Was passiert, wenn man tausende Hypervisoren zusammenschaltet?</a:t>
            </a:r>
            <a:endParaRPr lang="en-US" sz="1600" dirty="0"/>
          </a:p>
        </p:txBody>
      </p:sp>
      <p:sp>
        <p:nvSpPr>
          <p:cNvPr id="9" name="karte-dunkel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323C48"/>
          </a:solidFill>
          <a:ln w="12700">
            <a:solidFill>
              <a:srgbClr val="323C48"/>
            </a:solidFill>
            <a:prstDash val="solid"/>
          </a:ln>
        </p:spPr>
      </p:sp>
      <p:sp>
        <p:nvSpPr>
          <p:cNvPr id="10" name="icon-kreis-FaKey"/>
          <p:cNvSpPr/>
          <p:nvPr/>
        </p:nvSpPr>
        <p:spPr>
          <a:xfrm>
            <a:off x="6507328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Key" descr="C:\Users\Thanam\AppData\Local\Temp\claude\c--Projekt-Trainings-azure-basics-training\a9e0bf4e-0d08-4082-a38a-5b8886538508\scratchpad\pptx\assets\icons\Fa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40398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30288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Azure for Students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07328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EE2FB"/>
                </a:solidFill>
              </a:rPr>
              <a:t>Login testen: portal.azure.com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1: Grundlagen Virtualisierung</dc:title>
  <dc:subject>PptxGenJS Presentation</dc:subject>
  <dc:creator>PAT Cloud Solutions</dc:creator>
  <cp:lastModifiedBy>PAT Cloud Solutions</cp:lastModifiedBy>
  <cp:revision>1</cp:revision>
  <dcterms:created xsi:type="dcterms:W3CDTF">2026-10-19T15:49:08Z</dcterms:created>
  <dcterms:modified xsi:type="dcterms:W3CDTF">2026-10-19T15:49:08Z</dcterms:modified>
</cp:coreProperties>
</file>