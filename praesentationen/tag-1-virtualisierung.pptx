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4e9b7e48-199d-ba46-4dd5-6d56a7deacf7}">
          <p14:sldIdLst>
            <p14:sldId id="256"/>
            <p14:sldId id="257"/>
            <p14:sldId id="258"/>
            <p14:sldId id="259"/>
            <p14:sldId id="260"/>
          </p14:sldIdLst>
        </p14:section>
        <p14:section name="Heute" id="{43428f74-6e48-912c-92ae-2bdcd6e008c9}">
          <p14:sldIdLst>
            <p14:sldId id="261"/>
            <p14:sldId id="262"/>
            <p14:sldId id="263"/>
            <p14:sldId id="264"/>
          </p14:sldIdLst>
        </p14:section>
        <p14:section name="Abschluss" id="{3ba19fed-a625-b5aa-2e0b-c6bd3d6500b5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Begrüssung. Kurz vorstellen: Kursleitung, PAT Cloud Solutions. Ziel der Woche in einem Satz: Am Freitag stellst du eine komplette Umgebung in Azure per Code bereit.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Erwartungen klären: kein Frontalunterricht. Fragen sind jederzeit willkommen.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Roter Faden: von der VM auf dem eigenen Laptop zur automatisierten Umgebung in der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Lernjournal-Format zeigen (Markdown, OneNote oder Word – nach Absprache).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Vorwissen aktivieren, 5 Minuten. Handzeichen oder Kurzumfrage (z. B. Forms/Mentimeter).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⭐-Ziel für Schnelle: Unterschied VM und Container beschreiben (Auftrag 1.5).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Zeiten an den Stundenplan anpassen.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Ablage im Repository zeigen. Hinweis: Lösungen sind zum Vergleichen 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Laptops mit deaktivierter Virtualisierung sofort sammeln (BIOS/UEFI, evtl. IT des Lehrbetriebs).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Exit-Tickets einsammeln und an Tag 2 als Einstieg verwenden.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27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logo-h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468880" cy="640080"/>
          </a:xfrm>
          <a:prstGeom prst="rect">
            <a:avLst/>
          </a:prstGeom>
        </p:spPr>
      </p:pic>
      <p:pic>
        <p:nvPicPr>
          <p:cNvPr id="3" name="Image 1" descr="C:\Users\Thanam\AppData\Local\Temp\claude\c--Projekt-Trainings-azure-basics-training\a9e0bf4e-0d08-4082-a38a-5b8886538508\scratchpad\pptx\assets\wol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011680"/>
            <a:ext cx="3200400" cy="19476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103120"/>
            <a:ext cx="75895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794760"/>
            <a:ext cx="75895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EE2F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/>
        </p:nvSpPr>
        <p:spPr>
          <a:xfrm>
            <a:off x="54864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EE2FB"/>
                </a:solidFill>
              </a:rPr>
              <a:t>Kanton Zürich · ICT-Grundbildung · PAT Cloud Solutions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">
    <p:bg>
      <p:bgPr>
        <a:solidFill>
          <a:srgbClr val="006F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wol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2194560"/>
            <a:ext cx="2743200" cy="1664208"/>
          </a:xfrm>
          <a:prstGeom prst="rect">
            <a:avLst/>
          </a:prstGeom>
        </p:spPr>
      </p:pic>
      <p:pic>
        <p:nvPicPr>
          <p:cNvPr id="3" name="Image 1" descr="C:\Users\Thanam\AppData\Local\Temp\claude\c--Projekt-Trainings-azure-basics-training\a9e0bf4e-0d08-4082-a38a-5b8886538508\scratchpad\pptx\assets\logo-h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63640"/>
            <a:ext cx="1371600" cy="356616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19456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70332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EE2F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logo-dunk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1060704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6336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F"/>
                </a:solidFill>
              </a:rPr>
              <a:t>Einführung in Cloud Computing mit Microsoft Azure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27303A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E">
    <p:bg>
      <p:bgPr>
        <a:solidFill>
          <a:srgbClr val="27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logo-h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468880" cy="6400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60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EE2F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210312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Tag 1: Grundlagen Virtualisierung</a:t>
            </a:r>
            <a:endParaRPr lang="en-US" sz="44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37947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EE2FB"/>
                </a:solidFill>
              </a:rPr>
              <a:t>Einführung in Cloud Computing mit Microsoft Azure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Willkommen im Kurs</a:t>
            </a:r>
            <a:endParaRPr lang="en-US" sz="3400" dirty="0"/>
          </a:p>
        </p:txBody>
      </p:sp>
      <p:sp>
        <p:nvSpPr>
          <p:cNvPr id="3" name="karte"/>
          <p:cNvSpPr/>
          <p:nvPr/>
        </p:nvSpPr>
        <p:spPr>
          <a:xfrm>
            <a:off x="548640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Laptop"/>
          <p:cNvSpPr/>
          <p:nvPr/>
        </p:nvSpPr>
        <p:spPr>
          <a:xfrm>
            <a:off x="822960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Laptop" descr="C:\Users\Thanam\AppData\Local\Temp\claude\c--Projekt-Trainings-azure-basics-training\a9e0bf4e-0d08-4082-a38a-5b8886538508\scratchpad\pptx\assets\icons\FaLap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8739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Hands-on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Rund 70 % der Zeit arbeitest du selbst an Aufträgen – einzeln oder zu zweit.</a:t>
            </a:r>
            <a:endParaRPr lang="en-US" sz="1600" dirty="0"/>
          </a:p>
        </p:txBody>
      </p:sp>
      <p:sp>
        <p:nvSpPr>
          <p:cNvPr id="8" name="karte"/>
          <p:cNvSpPr/>
          <p:nvPr/>
        </p:nvSpPr>
        <p:spPr>
          <a:xfrm>
            <a:off x="4338218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icon-kreis-FaLightbulb"/>
          <p:cNvSpPr/>
          <p:nvPr/>
        </p:nvSpPr>
        <p:spPr>
          <a:xfrm>
            <a:off x="4612538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Lightbulb" descr="C:\Users\Thanam\AppData\Local\Temp\claude\c--Projekt-Trainings-azure-basics-training\a9e0bf4e-0d08-4082-a38a-5b8886538508\scratchpad\pptx\assets\icons\Fa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58" y="28739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35498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Kurze Inputs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Zu wichtigen Themen gibt es kurze Inputs, höchstens 20 Minuten, immer mit Live-Demo.</a:t>
            </a:r>
            <a:endParaRPr lang="en-US" sz="1600" dirty="0"/>
          </a:p>
        </p:txBody>
      </p:sp>
      <p:sp>
        <p:nvSpPr>
          <p:cNvPr id="13" name="karte"/>
          <p:cNvSpPr/>
          <p:nvPr/>
        </p:nvSpPr>
        <p:spPr>
          <a:xfrm>
            <a:off x="8127797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icon-kreis-FaHandsHelping"/>
          <p:cNvSpPr/>
          <p:nvPr/>
        </p:nvSpPr>
        <p:spPr>
          <a:xfrm>
            <a:off x="8402117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5" name="icon-FaHandsHelping" descr="C:\Users\Thanam\AppData\Local\Temp\claude\c--Projekt-Trainings-azure-basics-training\a9e0bf4e-0d08-4082-a38a-5b8886538508\scratchpad\pptx\assets\icons\FaHandsHelp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28739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25077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Coaching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Die Kursleitung geht herum und hilft. Du bestimmst dein Tempo.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Die Woche im Überblick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008583"/>
                <a:gridCol w="4034333"/>
                <a:gridCol w="605149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Tag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Schwerpunkt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Du baust …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1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Grundlagen Virtualisierung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eine lokale Linux-VM mit SSH-Zugriff, ⭐ einen Container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2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Public Cloud und Azure Grundlagen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deine ersten Azure-Ressourcen im Portal und mit der Azure CLI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3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Azure Compute und Storage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eine Linux-VM in Azure und einen Storage Account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4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Azure Networking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ein VNet mit Subnetzen und NSG-Regeln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5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Automatisierung mit Bicep und cloud-init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eine komplette Umgebung als Code – Abschlussprojekt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So arbeiten wir</a:t>
            </a:r>
            <a:endParaRPr lang="en-US" sz="3400" dirty="0"/>
          </a:p>
        </p:txBody>
      </p:sp>
      <p:sp>
        <p:nvSpPr>
          <p:cNvPr id="3" name="karte"/>
          <p:cNvSpPr/>
          <p:nvPr/>
        </p:nvSpPr>
        <p:spPr>
          <a:xfrm>
            <a:off x="548640" y="132588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PencilAlt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PencilAlt" descr="C:\Users\Thanam\AppData\Local\Temp\claude\c--Projekt-Trainings-azure-basics-training\a9e0bf4e-0d08-4082-a38a-5b8886538508\scratchpad\pptx\assets\icons\FaPencil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75381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0020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Lernjournal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Pro Auftrag: Befehle, Screenshot als Nachweis (ohne persönliche Daten), was nicht geklappt hat.</a:t>
            </a:r>
            <a:endParaRPr lang="en-US" sz="1600" dirty="0"/>
          </a:p>
        </p:txBody>
      </p:sp>
      <p:sp>
        <p:nvSpPr>
          <p:cNvPr id="8" name="karte"/>
          <p:cNvSpPr/>
          <p:nvPr/>
        </p:nvSpPr>
        <p:spPr>
          <a:xfrm>
            <a:off x="6233008" y="132588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icon-kreis-FaUsers"/>
          <p:cNvSpPr/>
          <p:nvPr/>
        </p:nvSpPr>
        <p:spPr>
          <a:xfrm>
            <a:off x="6507328" y="160020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Users" descr="C:\Users\Thanam\AppData\Local\Temp\claude\c--Projekt-Trainings-azure-basics-training\a9e0bf4e-0d08-4082-a38a-5b8886538508\scratchpad\pptx\assets\icons\Fa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947" y="175381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30288" y="160020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Partnerarbeit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507328" y="242316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Driver tippt, Navigator liest und kontrolliert. Nach jedem Auftrag wechseln.</a:t>
            </a:r>
            <a:endParaRPr lang="en-US" sz="1600" dirty="0"/>
          </a:p>
        </p:txBody>
      </p:sp>
      <p:sp>
        <p:nvSpPr>
          <p:cNvPr id="13" name="karte"/>
          <p:cNvSpPr/>
          <p:nvPr/>
        </p:nvSpPr>
        <p:spPr>
          <a:xfrm>
            <a:off x="548640" y="381762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icon-kreis-FaClock"/>
          <p:cNvSpPr/>
          <p:nvPr/>
        </p:nvSpPr>
        <p:spPr>
          <a:xfrm>
            <a:off x="822960" y="40919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5" name="icon-FaClock" descr="C:\Users\Thanam\AppData\Local\Temp\claude\c--Projekt-Trainings-azure-basics-training\a9e0bf4e-0d08-4082-a38a-5b8886538508\scratchpad\pptx\assets\icons\Fa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42455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409194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Hilfe holen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91490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10 Minuten selbst probieren, dann Partner fragen, dann Kursleitung.</a:t>
            </a:r>
            <a:endParaRPr lang="en-US" sz="1600" dirty="0"/>
          </a:p>
        </p:txBody>
      </p:sp>
      <p:sp>
        <p:nvSpPr>
          <p:cNvPr id="18" name="karte"/>
          <p:cNvSpPr/>
          <p:nvPr/>
        </p:nvSpPr>
        <p:spPr>
          <a:xfrm>
            <a:off x="6233008" y="381762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9" name="icon-kreis-FaTrashAlt"/>
          <p:cNvSpPr/>
          <p:nvPr/>
        </p:nvSpPr>
        <p:spPr>
          <a:xfrm>
            <a:off x="6507328" y="40919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20" name="icon-FaTrashAlt" descr="C:\Users\Thanam\AppData\Local\Temp\claude\c--Projekt-Trainings-azure-basics-training\a9e0bf4e-0d08-4082-a38a-5b8886538508\scratchpad\pptx\assets\icons\FaTrash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947" y="424555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30288" y="409194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Aufräumen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6507328" y="491490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Ab Tag 2: Nach jedem Azure-Auftrag die Ressourcengruppe löschen. Das schont dein Guthaben.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Was weisst du schon?</a:t>
            </a:r>
            <a:endParaRPr lang="en-US" sz="3400" dirty="0"/>
          </a:p>
        </p:txBody>
      </p:sp>
      <p:sp>
        <p:nvSpPr>
          <p:cNvPr id="3" name="icon-kreis-FaServer"/>
          <p:cNvSpPr/>
          <p:nvPr/>
        </p:nvSpPr>
        <p:spPr>
          <a:xfrm>
            <a:off x="548640" y="244602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4" name="icon-FaServer" descr="C:\Users\Thanam\AppData\Local\Temp\claude\c--Projekt-Trainings-azure-basics-training\a9e0bf4e-0d08-4082-a38a-5b8886538508\scratchpad\pptx\assets\icons\Fa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2577694"/>
            <a:ext cx="285293" cy="2852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2240280"/>
            <a:ext cx="10317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</a:rPr>
              <a:t>Wer hat schon eine virtuelle Maschine benutzt?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F6F6F"/>
                </a:solidFill>
              </a:rPr>
              <a:t>Mit welchem Programm? Wofür?</a:t>
            </a:r>
            <a:endParaRPr lang="en-US" sz="1800" dirty="0"/>
          </a:p>
        </p:txBody>
      </p:sp>
      <p:sp>
        <p:nvSpPr>
          <p:cNvPr id="6" name="icon-kreis-FaBuilding"/>
          <p:cNvSpPr/>
          <p:nvPr/>
        </p:nvSpPr>
        <p:spPr>
          <a:xfrm>
            <a:off x="548640" y="340614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7" name="icon-FaBuilding" descr="C:\Users\Thanam\AppData\Local\Temp\claude\c--Projekt-Trainings-azure-basics-training\a9e0bf4e-0d08-4082-a38a-5b8886538508\scratchpad\pptx\assets\icons\FaBuil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353781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3200400"/>
            <a:ext cx="10317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</a:rPr>
              <a:t>Wo laufen VMs in deinem Lehrbetrieb?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F6F6F"/>
                </a:solidFill>
              </a:rPr>
              <a:t>Server im Keller, Rechenzentrum, Cloud?</a:t>
            </a:r>
            <a:endParaRPr lang="en-US" sz="1800" dirty="0"/>
          </a:p>
        </p:txBody>
      </p:sp>
      <p:sp>
        <p:nvSpPr>
          <p:cNvPr id="9" name="icon-kreis-FaDocker"/>
          <p:cNvSpPr/>
          <p:nvPr/>
        </p:nvSpPr>
        <p:spPr>
          <a:xfrm>
            <a:off x="548640" y="436626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Docker" descr="C:\Users\Thanam\AppData\Local\Temp\claude\c--Projekt-Trainings-azure-basics-training\a9e0bf4e-0d08-4082-a38a-5b8886538508\scratchpad\pptx\assets\icons\FaDock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4497934"/>
            <a:ext cx="285293" cy="28529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4160520"/>
            <a:ext cx="10317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</a:rPr>
              <a:t>Wer kennt Docker?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F6F6F"/>
                </a:solidFill>
              </a:rPr>
              <a:t>Was ist der Unterschied zu einer VM? Eine Vermutung reicht.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Deine Ziele heute</a:t>
            </a:r>
            <a:endParaRPr lang="en-US" sz="3400" dirty="0"/>
          </a:p>
        </p:txBody>
      </p:sp>
      <p:sp>
        <p:nvSpPr>
          <p:cNvPr id="3" name="karte"/>
          <p:cNvSpPr/>
          <p:nvPr/>
        </p:nvSpPr>
        <p:spPr>
          <a:xfrm>
            <a:off x="548640" y="132588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LayerGroup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LayerGroup" descr="C:\Users\Thanam\AppData\Local\Temp\claude\c--Projekt-Trainings-azure-basics-training\a9e0bf4e-0d08-4082-a38a-5b8886538508\scratchpad\pptx\assets\icons\FaLayer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75381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0020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Hypervisor erklären (K2)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Du erklärst, was ein Hypervisor macht, und unterscheidest Typ 1 und Typ 2.</a:t>
            </a:r>
            <a:endParaRPr lang="en-US" sz="1600" dirty="0"/>
          </a:p>
        </p:txBody>
      </p:sp>
      <p:sp>
        <p:nvSpPr>
          <p:cNvPr id="8" name="karte"/>
          <p:cNvSpPr/>
          <p:nvPr/>
        </p:nvSpPr>
        <p:spPr>
          <a:xfrm>
            <a:off x="6233008" y="132588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icon-kreis-FaServer"/>
          <p:cNvSpPr/>
          <p:nvPr/>
        </p:nvSpPr>
        <p:spPr>
          <a:xfrm>
            <a:off x="6507328" y="160020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Server" descr="C:\Users\Thanam\AppData\Local\Temp\claude\c--Projekt-Trainings-azure-basics-training\a9e0bf4e-0d08-4082-a38a-5b8886538508\scratchpad\pptx\assets\icons\Fa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947" y="175381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30288" y="160020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VM installieren (K3)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507328" y="242316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Du installierst eine Linux-VM und legst CPU, RAM und Disk fest.</a:t>
            </a:r>
            <a:endParaRPr lang="en-US" sz="1600" dirty="0"/>
          </a:p>
        </p:txBody>
      </p:sp>
      <p:sp>
        <p:nvSpPr>
          <p:cNvPr id="13" name="karte"/>
          <p:cNvSpPr/>
          <p:nvPr/>
        </p:nvSpPr>
        <p:spPr>
          <a:xfrm>
            <a:off x="548640" y="381762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icon-kreis-FaNetworkWired"/>
          <p:cNvSpPr/>
          <p:nvPr/>
        </p:nvSpPr>
        <p:spPr>
          <a:xfrm>
            <a:off x="822960" y="40919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5" name="icon-FaNetworkWired" descr="C:\Users\Thanam\AppData\Local\Temp\claude\c--Projekt-Trainings-azure-basics-training\a9e0bf4e-0d08-4082-a38a-5b8886538508\scratchpad\pptx\assets\icons\FaNetworkWi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42455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409194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Netzwerk und SSH (K3/K4)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91490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Du vergleichst NAT und Netzwerkbrücke und meldest dich per SSH an.</a:t>
            </a:r>
            <a:endParaRPr lang="en-US" sz="1600" dirty="0"/>
          </a:p>
        </p:txBody>
      </p:sp>
      <p:sp>
        <p:nvSpPr>
          <p:cNvPr id="18" name="karte"/>
          <p:cNvSpPr/>
          <p:nvPr/>
        </p:nvSpPr>
        <p:spPr>
          <a:xfrm>
            <a:off x="6233008" y="3817620"/>
            <a:ext cx="5410048" cy="2217420"/>
          </a:xfrm>
          <a:prstGeom prst="roundRect">
            <a:avLst>
              <a:gd name="adj" fmla="val 4948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9" name="icon-kreis-FaCamera"/>
          <p:cNvSpPr/>
          <p:nvPr/>
        </p:nvSpPr>
        <p:spPr>
          <a:xfrm>
            <a:off x="6507328" y="40919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20" name="icon-FaCamera" descr="C:\Users\Thanam\AppData\Local\Temp\claude\c--Projekt-Trainings-azure-basics-training\a9e0bf4e-0d08-4082-a38a-5b8886538508\scratchpad\pptx\assets\icons\FaCame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947" y="424555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30288" y="409194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Snapshots (K3)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6507328" y="4914900"/>
            <a:ext cx="4861408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Du stellst mit einem Snapshot einen früheren Zustand wieder her.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Ablauf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210300"/>
                <a:gridCol w="2218883"/>
                <a:gridCol w="7665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Lektion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Inhalt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L1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Einstieg, Input 1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Kursstart · Was ist Virtualisierung?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L2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Hands-on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Auftrag 1.1: Hypervisor und dein Laptop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L3–L4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Hands-on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Auftrag 1.2: Ubuntu-Server-VM installieren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L5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Input 2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VM-Netzwerk: NAT, Brücke, Portweiterleitung, SSH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L5–L6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Hands-on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Auftrag 1.3: Netzwerk und SSH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L7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Hands-on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Auftrag 1.4: Snapshot, Klon und Ressourcen · ⭐ 1.5: Container mit Docker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L8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Input 3, Abschluss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Vom Hypervisor zum Hyperscaler · Aufräumen · Exit-Ticket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Deine Aufträge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167833"/>
                <a:gridCol w="6325763"/>
                <a:gridCol w="1362472"/>
                <a:gridCol w="223834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Nr.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Auftrag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Zeit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Form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1.1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Hypervisor und dein Laptop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45 Min.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Partner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1.2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Ubuntu-Server-VM installieren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90 Min.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Einzel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1.3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Netzwerk und SSH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75 Min.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Einzel + Partner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1.4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Snapshot, Klon und Ressourcen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45 Min.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Einzel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⭐ 1.5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Container mit Docker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45 Min.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Einzel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FAD"/>
                </a:solidFill>
              </a:rPr>
              <a:t>Aufträge: auftraege/tag-1/ · Lösungen erst nach dem eigenen Versuch: loesungen/tag-1/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Bevor du startest</a:t>
            </a:r>
            <a:endParaRPr lang="en-US" sz="3400" dirty="0"/>
          </a:p>
        </p:txBody>
      </p:sp>
      <p:sp>
        <p:nvSpPr>
          <p:cNvPr id="3" name="icon-kreis-FaMicrochip"/>
          <p:cNvSpPr/>
          <p:nvPr/>
        </p:nvSpPr>
        <p:spPr>
          <a:xfrm>
            <a:off x="548640" y="244602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4" name="icon-FaMicrochip" descr="C:\Users\Thanam\AppData\Local\Temp\claude\c--Projekt-Trainings-azure-basics-training\a9e0bf4e-0d08-4082-a38a-5b8886538508\scratchpad\pptx\assets\icons\Fa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2577694"/>
            <a:ext cx="285293" cy="2852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2240280"/>
            <a:ext cx="10317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</a:rPr>
              <a:t>Virtualisierung aktiv?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F6F6F"/>
                </a:solidFill>
              </a:rPr>
              <a:t>Task-Manager &gt; Leistung &gt; CPU &gt; «Virtualisierung: Aktiviert»</a:t>
            </a:r>
            <a:endParaRPr lang="en-US" sz="1800" dirty="0"/>
          </a:p>
        </p:txBody>
      </p:sp>
      <p:sp>
        <p:nvSpPr>
          <p:cNvPr id="6" name="icon-kreis-FaHdd"/>
          <p:cNvSpPr/>
          <p:nvPr/>
        </p:nvSpPr>
        <p:spPr>
          <a:xfrm>
            <a:off x="548640" y="340614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7" name="icon-FaHdd" descr="C:\Users\Thanam\AppData\Local\Temp\claude\c--Projekt-Trainings-azure-basics-training\a9e0bf4e-0d08-4082-a38a-5b8886538508\scratchpad\pptx\assets\icons\FaHd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353781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3200400"/>
            <a:ext cx="10317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</a:rPr>
              <a:t>Genug Platz?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F6F6F"/>
                </a:solidFill>
              </a:rPr>
              <a:t>Mindestens 25 GB frei für VM und ISO-Datei</a:t>
            </a:r>
            <a:endParaRPr lang="en-US" sz="1800" dirty="0"/>
          </a:p>
        </p:txBody>
      </p:sp>
      <p:sp>
        <p:nvSpPr>
          <p:cNvPr id="9" name="icon-kreis-FaArchive"/>
          <p:cNvSpPr/>
          <p:nvPr/>
        </p:nvSpPr>
        <p:spPr>
          <a:xfrm>
            <a:off x="548640" y="436626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Archive" descr="C:\Users\Thanam\AppData\Local\Temp\claude\c--Projekt-Trainings-azure-basics-training\a9e0bf4e-0d08-4082-a38a-5b8886538508\scratchpad\pptx\assets\icons\FaArchi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4497934"/>
            <a:ext cx="285293" cy="28529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4160520"/>
            <a:ext cx="10317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</a:rPr>
              <a:t>ISO bereit?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F6F6F"/>
                </a:solidFill>
              </a:rPr>
              <a:t>Ubuntu Server LTS vom USB-Stick der Kursleitung kopieren – nicht alle gleichzeitig herunterladen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Abschluss</a:t>
            </a:r>
            <a:endParaRPr lang="en-US" sz="3400" dirty="0"/>
          </a:p>
        </p:txBody>
      </p:sp>
      <p:sp>
        <p:nvSpPr>
          <p:cNvPr id="3" name="karte"/>
          <p:cNvSpPr/>
          <p:nvPr/>
        </p:nvSpPr>
        <p:spPr>
          <a:xfrm>
            <a:off x="548640" y="2446020"/>
            <a:ext cx="541004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TrashAlt"/>
          <p:cNvSpPr/>
          <p:nvPr/>
        </p:nvSpPr>
        <p:spPr>
          <a:xfrm>
            <a:off x="822960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TrashAlt" descr="C:\Users\Thanam\AppData\Local\Temp\claude\c--Projekt-Trainings-azure-basics-training\a9e0bf4e-0d08-4082-a38a-5b8886538508\scratchpad\pptx\assets\icons\FaTrash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8739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72034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Aufräumen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43300"/>
            <a:ext cx="486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Klon gelöscht? Netzwerk auf NAT? VM heruntergefahren und behalten (Vergleich an Tag 3)? SSH-Schlüssel behalten!</a:t>
            </a:r>
            <a:endParaRPr lang="en-US" sz="1600" dirty="0"/>
          </a:p>
        </p:txBody>
      </p:sp>
      <p:sp>
        <p:nvSpPr>
          <p:cNvPr id="8" name="karte"/>
          <p:cNvSpPr/>
          <p:nvPr/>
        </p:nvSpPr>
        <p:spPr>
          <a:xfrm>
            <a:off x="6233008" y="2446020"/>
            <a:ext cx="541004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icon-kreis-FaDoorOpen"/>
          <p:cNvSpPr/>
          <p:nvPr/>
        </p:nvSpPr>
        <p:spPr>
          <a:xfrm>
            <a:off x="6507328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DoorOpen" descr="C:\Users\Thanam\AppData\Local\Temp\claude\c--Projekt-Trainings-azure-basics-training\a9e0bf4e-0d08-4082-a38a-5b8886538508\scratchpad\pptx\assets\icons\FaDoorO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947" y="28739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30288" y="272034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Exit-Ticket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507328" y="3543300"/>
            <a:ext cx="486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Was ist der grösste Unterschied zwischen deiner VM und einer VM in der Cloud?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Morgen: ab in die Cloud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560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EE2FB"/>
                </a:solidFill>
              </a:rPr>
              <a:t>Tag 2 · Public Cloud und Azure Grundlagen</a:t>
            </a:r>
            <a:endParaRPr lang="en-US" sz="2000" dirty="0"/>
          </a:p>
        </p:txBody>
      </p:sp>
      <p:sp>
        <p:nvSpPr>
          <p:cNvPr id="4" name="karte-dunkel"/>
          <p:cNvSpPr/>
          <p:nvPr/>
        </p:nvSpPr>
        <p:spPr>
          <a:xfrm>
            <a:off x="548640" y="3611880"/>
            <a:ext cx="5410048" cy="2103120"/>
          </a:xfrm>
          <a:prstGeom prst="roundRect">
            <a:avLst>
              <a:gd name="adj" fmla="val 5217"/>
            </a:avLst>
          </a:prstGeom>
          <a:solidFill>
            <a:srgbClr val="323C48"/>
          </a:solidFill>
          <a:ln w="12700">
            <a:solidFill>
              <a:srgbClr val="323C48"/>
            </a:solidFill>
            <a:prstDash val="solid"/>
          </a:ln>
        </p:spPr>
      </p:sp>
      <p:sp>
        <p:nvSpPr>
          <p:cNvPr id="5" name="icon-kreis-FaCloud"/>
          <p:cNvSpPr/>
          <p:nvPr/>
        </p:nvSpPr>
        <p:spPr>
          <a:xfrm>
            <a:off x="822960" y="388620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6" name="icon-FaCloud" descr="C:\Users\Thanam\AppData\Local\Temp\claude\c--Projekt-Trainings-azure-basics-training\a9e0bf4e-0d08-4082-a38a-5b8886538508\scratchpad\pptx\assets\icons\Fa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40398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388620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Hyperscaler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709160"/>
            <a:ext cx="486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EE2FB"/>
                </a:solidFill>
              </a:rPr>
              <a:t>Was passiert, wenn man tausende Hypervisoren zusammenschaltet?</a:t>
            </a:r>
            <a:endParaRPr lang="en-US" sz="1600" dirty="0"/>
          </a:p>
        </p:txBody>
      </p:sp>
      <p:sp>
        <p:nvSpPr>
          <p:cNvPr id="9" name="karte-dunkel"/>
          <p:cNvSpPr/>
          <p:nvPr/>
        </p:nvSpPr>
        <p:spPr>
          <a:xfrm>
            <a:off x="6233008" y="3611880"/>
            <a:ext cx="5410048" cy="2103120"/>
          </a:xfrm>
          <a:prstGeom prst="roundRect">
            <a:avLst>
              <a:gd name="adj" fmla="val 5217"/>
            </a:avLst>
          </a:prstGeom>
          <a:solidFill>
            <a:srgbClr val="323C48"/>
          </a:solidFill>
          <a:ln w="12700">
            <a:solidFill>
              <a:srgbClr val="323C48"/>
            </a:solidFill>
            <a:prstDash val="solid"/>
          </a:ln>
        </p:spPr>
      </p:sp>
      <p:sp>
        <p:nvSpPr>
          <p:cNvPr id="10" name="icon-kreis-FaKey"/>
          <p:cNvSpPr/>
          <p:nvPr/>
        </p:nvSpPr>
        <p:spPr>
          <a:xfrm>
            <a:off x="6507328" y="388620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1" name="icon-FaKey" descr="C:\Users\Thanam\AppData\Local\Temp\claude\c--Projekt-Trainings-azure-basics-training\a9e0bf4e-0d08-4082-a38a-5b8886538508\scratchpad\pptx\assets\icons\Fa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947" y="40398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30288" y="3886200"/>
            <a:ext cx="4084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Azure for Students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507328" y="4709160"/>
            <a:ext cx="486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EE2FB"/>
                </a:solidFill>
              </a:rPr>
              <a:t>Login testen: portal.azure.com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T Cloud Solutions">
  <a:themeElements>
    <a:clrScheme name="PAT Cloud Solutions">
      <a:dk1>
        <a:srgbClr val="27303A"/>
      </a:dk1>
      <a:lt1>
        <a:srgbClr val="FFFFFF"/>
      </a:lt1>
      <a:dk2>
        <a:srgbClr val="0E0E0E"/>
      </a:dk2>
      <a:lt2>
        <a:srgbClr val="F7F7F7"/>
      </a:lt2>
      <a:accent1>
        <a:srgbClr val="006FAD"/>
      </a:accent1>
      <a:accent2>
        <a:srgbClr val="DEE2FB"/>
      </a:accent2>
      <a:accent3>
        <a:srgbClr val="6F6F6F"/>
      </a:accent3>
      <a:accent4>
        <a:srgbClr val="2E7D32"/>
      </a:accent4>
      <a:accent5>
        <a:srgbClr val="B3261E"/>
      </a:accent5>
      <a:accent6>
        <a:srgbClr val="D5D8F4"/>
      </a:accent6>
      <a:hlink>
        <a:srgbClr val="006FAD"/>
      </a:hlink>
      <a:folHlink>
        <a:srgbClr val="27303A"/>
      </a:folHlink>
    </a:clrScheme>
    <a:fontScheme name="PAT Cloud Solution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PAT Cloud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Tag 1: Grundlagen Virtualisierung</dc:title>
  <dc:subject>PptxGenJS Presentation</dc:subject>
  <dc:creator>PAT Cloud Solutions</dc:creator>
  <cp:lastModifiedBy>PAT Cloud Solutions</cp:lastModifiedBy>
  <cp:revision>1</cp:revision>
  <dcterms:created xsi:type="dcterms:W3CDTF">2026-10-19T14:39:58Z</dcterms:created>
  <dcterms:modified xsi:type="dcterms:W3CDTF">2026-10-19T14:39:58Z</dcterms:modified>
</cp:coreProperties>
</file>