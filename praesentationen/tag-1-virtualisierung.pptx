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a743b04-9738-e4b6-9ded-bb496239763e}">
          <p14:sldIdLst>
            <p14:sldId id="256"/>
            <p14:sldId id="257"/>
          </p14:sldIdLst>
        </p14:section>
        <p14:section name="Heute" id="{f59feb66-1eb2-07c6-f9a7-9a266a9cd271}">
          <p14:sldIdLst>
            <p14:sldId id="258"/>
            <p14:sldId id="259"/>
            <p14:sldId id="260"/>
            <p14:sldId id="261"/>
            <p14:sldId id="262"/>
          </p14:sldIdLst>
        </p14:section>
        <p14:section name="Abschluss" id="{d4c4a20e-04c6-3fdd-525e-14dde7e44c1b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Direkt nach der Kurseinführung (kurs-einfuehrung.pptx). Überleitung: Heute bleiben wir noch auf dem Laptop – ab Tag 2 geht es in die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Vorwissen aktivieren, 5 Minuten. Handzeichen oder Kurzumfrage (z. B. Forms/Mentimeter).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⭐-Ziel für Schnelle: Unterschied VM und Container beschreiben (Auftrag 1.7).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 an den Stundenplan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Ablage auf der Website zeigen. Hinweis: Lösungen sind zum Vergleichen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Laptops mit deaktivierter Virtualisierung oder Windows Home sofort sammeln. Beim ersten launch evtl. reihenweise starten (Download ca. 600 MB).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vor Auftrag 1.2. Erste VM vorab erstellt haben, damit die Demo nicht auf den Download wartet.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einsammeln und an Tag 2 als Einstieg verwenden. Die Hyperscaler-Frage auf der nächsten Folie nur stellen, nicht beantworten – der Input folgt an Tag 2,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1: Grundlagen 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weisst du schon?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hat schon eine virtuelle Maschine benutzt?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Mit welchem Programm? Wofür?</a:t>
            </a:r>
            <a:endParaRPr lang="en-US" sz="1800" dirty="0"/>
          </a:p>
        </p:txBody>
      </p:sp>
      <p:sp>
        <p:nvSpPr>
          <p:cNvPr id="6" name="icon-kreis-FaBuilding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Building" descr="C:\Users\Thanam\AppData\Local\Temp\claude\c--Projekt-Trainings-azure-basics-training\a7a6b8eb-22f3-4b42-aecc-5af05d1502b1\scratchpad\folien\assets\icons\Fa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Wo laufen VMs in deinem Lehrbetrieb?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Server im Keller, Rechenzentrum, Cloud?</a:t>
            </a:r>
            <a:endParaRPr lang="en-US" sz="1800" dirty="0"/>
          </a:p>
        </p:txBody>
      </p:sp>
      <p:sp>
        <p:nvSpPr>
          <p:cNvPr id="9" name="icon-kreis-FaDocker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cker" descr="C:\Users\Thanam\AppData\Local\Temp\claude\c--Projekt-Trainings-azure-basics-training\a7a6b8eb-22f3-4b42-aecc-5af05d1502b1\scratchpad\folien\assets\icons\FaDo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kennt Docker?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der Unterschied zu einer VM? Eine Vermutung reicht.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7a6b8eb-22f3-4b42-aecc-5af05d1502b1\scratchpad\folien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was ein Hypervisor macht, und ordnest Typ 1 und Typ 2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VMs mit Multipass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startest, stoppst und löschst VMs.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Memory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Memory" descr="C:\Users\Thanam\AppData\Local\Temp\claude\c--Projekt-Trainings-azure-basics-training\a7a6b8eb-22f3-4b42-aecc-5af05d1502b1\scratchpad\folien\assets\icons\FaMem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gibst einer VM CPU, RAM und Festplatte und prüfst es.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Rocket" descr="C:\Users\Thanam\AppData\Local\Temp\claude\c--Projekt-Trainings-azure-basics-training\a7a6b8eb-22f3-4b42-aecc-5af05d1502b1\scratchpad\folien\assets\icons\Fa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von Hand und automatisch mit einer Datei ein.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Key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Key" descr="C:\Users\Thanam\AppData\Local\Temp\claude\c--Projekt-Trainings-azure-basics-training\a7a6b8eb-22f3-4b42-aecc-5af05d1502b1\scratchpad\folien\assets\icons\Fa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 (K3)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 ein Schlüsselpaar für die Cloud.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Kurseinführung,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Ziel und Aufbau des Kurses · Was weisst du schon? · Was ist Virtualisierung?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1.0: Dein Lernjournal · Auftrag 1.1: 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L3–L4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Demo,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Live-Demo Multipass · Auftrag 1.2: Multipass und deine erste VM · 1.3: CPU und RAM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Hands-on, Input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1.4: Server von Hand · Automatisch statt von Hand: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1.5: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Kurz-Input,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· Auftrag 1.6 · ⭐ 1.7: 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Puffer, 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Offene Aufträge fertig machen · Aufräumen · Exit-Ticket · Ausblick Tag 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6325763"/>
                <a:gridCol w="1362472"/>
                <a:gridCol w="223834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 Lernjournal auf GitHub oder GitLab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Multipass und deine erste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viel CPU und RAM bekommt eine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Einen Server von Hand einrichten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 automatische 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für die Cloud vorbereiten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1.7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Aufträge: auftraege/tag-1/ · Lösungen erst nach dem eigenen Versuch: loesungen/tag-1/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Bevor du startest</a:t>
            </a:r>
            <a:endParaRPr lang="en-US" sz="3400" dirty="0"/>
          </a:p>
        </p:txBody>
      </p:sp>
      <p:sp>
        <p:nvSpPr>
          <p:cNvPr id="3" name="icon-kreis-FaMicrochip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Microchip" descr="C:\Users\Thanam\AppData\Local\Temp\claude\c--Projekt-Trainings-azure-basics-training\a7a6b8eb-22f3-4b42-aecc-5af05d1502b1\scratchpad\folien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Virtualisierung aktiv?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Task-Manager &gt; Leistung &gt; CPU &gt; «Virtualisierung: Aktiviert»</a:t>
            </a:r>
            <a:endParaRPr lang="en-US" sz="1800" dirty="0"/>
          </a:p>
        </p:txBody>
      </p:sp>
      <p:sp>
        <p:nvSpPr>
          <p:cNvPr id="6" name="icon-kreis-FaLapto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Laptop" descr="C:\Users\Thanam\AppData\Local\Temp\claude\c--Projekt-Trainings-azure-basics-training\a7a6b8eb-22f3-4b42-aecc-5af05d1502b1\scratchpad\folien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Windows Pro oder Education?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Dann ist Hyper-V eingebaut. Bei Windows Home: Kursleitung holen.</a:t>
            </a:r>
            <a:endParaRPr lang="en-US" sz="1800" dirty="0"/>
          </a:p>
        </p:txBody>
      </p:sp>
      <p:sp>
        <p:nvSpPr>
          <p:cNvPr id="9" name="icon-kreis-FaHdd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Hdd" descr="C:\Users\Thanam\AppData\Local\Temp\claude\c--Projekt-Trainings-azure-basics-training\a7a6b8eb-22f3-4b42-aecc-5af05d1502b1\scratchpad\folien\assets\icons\FaHd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Genug Platz?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Mindestens 15 GB frei. Multipass lädt Ubuntu selbst herunter.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 in 6 Befehlen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multipass delete --purge --all · Den SSH-Schlüssel behalten – du brauchst ihn an Tag 3!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7a6b8eb-22f3-4b42-aecc-5af05d1502b1\scratchpad\folien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grösste Unterschied zwischen deiner VM und einer VM in der Cloud?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Nächstes Mal: ab in die Cloud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Tag 2 · Public Cloud und Azure Grundlagen</a:t>
            </a:r>
            <a:endParaRPr lang="en-US" sz="2000" dirty="0"/>
          </a:p>
        </p:txBody>
      </p:sp>
      <p:sp>
        <p:nvSpPr>
          <p:cNvPr id="4" name="karte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Cloud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Cloud" descr="C:\Users\Thanam\AppData\Local\Temp\claude\c--Projekt-Trainings-azure-basics-training\a7a6b8eb-22f3-4b42-aecc-5af05d1502b1\scratchpad\folien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Hyperscaler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Was passiert, wenn man tausende Hypervisoren zusammenschaltet?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Key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Key" descr="C:\Users\Thanam\AppData\Local\Temp\claude\c--Projekt-Trainings-azure-basics-training\a7a6b8eb-22f3-4b42-aecc-5af05d1502b1\scratchpad\folien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 for Students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Login testen: portal.azure.com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1: Grundlagen Virtualisierung</dc:title>
  <dc:subject>PptxGenJS Presentation</dc:subject>
  <dc:creator>PAT Cloud Solutions</dc:creator>
  <cp:lastModifiedBy>PAT Cloud Solutions</cp:lastModifiedBy>
  <cp:revision>1</cp:revision>
  <dcterms:created xsi:type="dcterms:W3CDTF">2026-10-25T20:03:52Z</dcterms:created>
  <dcterms:modified xsi:type="dcterms:W3CDTF">2026-10-25T20:03:52Z</dcterms:modified>
</cp:coreProperties>
</file>