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54da19f-e26b-5760-2ddb-4d8d4902741f}">
          <p14:sldIdLst>
            <p14:sldId id="256"/>
            <p14:sldId id="257"/>
          </p14:sldIdLst>
        </p14:section>
        <p14:section name="Heute" id="{34ea1e39-60b1-ce9d-dc95-f72d256ab480}">
          <p14:sldIdLst>
            <p14:sldId id="258"/>
            <p14:sldId id="259"/>
            <p14:sldId id="260"/>
            <p14:sldId id="261"/>
            <p14:sldId id="262"/>
          </p14:sldIdLst>
        </p14:section>
        <p14:section name="Abschluss" id="{29aaeca5-a9e9-f282-f315-b5dca47fb855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Direkt nach der Kurseinführung (kurs-einfuehrung.pptx). Überleitung: Heute bleiben wir noch auf dem Laptop – ab Tag 2 geht es in die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Vorwissen aktivieren, 5 Minuten. Handzeichen oder Kurzumfrage (z. B. Forms/Mentimeter).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⭐-Ziel für Schnelle: Unterschied VM und Container beschreiben (Auftrag 1.7).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Zeiten an den Stundenplan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Ablage auf der Website zeigen. Hinweis: Lösungen sind zum Vergleichen 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Laptops mit deaktivierter Virtualisierung oder Windows Home sofort sammeln. Beim ersten launch evtl. reihenweise starten (Download ca. 600 MB).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vor Auftrag 1.2. Erste VM vorab erstellt haben, damit die Demo nicht auf den Download wartet.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Exit-Tickets einsammeln und an Tag 2 als Einstieg verwenden. Die Hyperscaler-Frage auf der nächsten Folie nur stellen, nicht beantworten – der Input folgt an Tag 2,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d01384da-f513-40b3-985e-441cf1c86f9e\scratchpad\arbeit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d01384da-f513-40b3-985e-441cf1c86f9e\scratchpad\arbeit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d01384da-f513-40b3-985e-441cf1c86f9e\scratchpad\arbeit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d01384da-f513-40b3-985e-441cf1c86f9e\scratchpad\arbeit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d01384da-f513-40b3-985e-441cf1c86f9e\scratchpad\arbeit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d01384da-f513-40b3-985e-441cf1c86f9e\scratchpad\arbeit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Tag 1: Grundlagen Virtualisierung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weisst du schon?</a:t>
            </a:r>
            <a:endParaRPr lang="en-US" sz="3400" dirty="0"/>
          </a:p>
        </p:txBody>
      </p:sp>
      <p:sp>
        <p:nvSpPr>
          <p:cNvPr id="3" name="icon-kreis-FaServer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Server" descr="C:\Users\Thanam\AppData\Local\Temp\claude\c--Projekt-Trainings-azure-basics-training\d01384da-f513-40b3-985e-441cf1c86f9e\scratchpad\arbeit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hat schon eine virtuelle Maschine benutzt?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Mit welchem Programm? Wofür?</a:t>
            </a:r>
            <a:endParaRPr lang="en-US" sz="1800" dirty="0"/>
          </a:p>
        </p:txBody>
      </p:sp>
      <p:sp>
        <p:nvSpPr>
          <p:cNvPr id="6" name="icon-kreis-FaBuilding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Building" descr="C:\Users\Thanam\AppData\Local\Temp\claude\c--Projekt-Trainings-azure-basics-training\d01384da-f513-40b3-985e-441cf1c86f9e\scratchpad\arbeit\assets\icons\Fa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Wo laufen VMs in deinem Lehrbetrieb?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Server im Keller, Rechenzentrum, Cloud?</a:t>
            </a:r>
            <a:endParaRPr lang="en-US" sz="1800" dirty="0"/>
          </a:p>
        </p:txBody>
      </p:sp>
      <p:sp>
        <p:nvSpPr>
          <p:cNvPr id="9" name="icon-kreis-FaDocker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cker" descr="C:\Users\Thanam\AppData\Local\Temp\claude\c--Projekt-Trainings-azure-basics-training\d01384da-f513-40b3-985e-441cf1c86f9e\scratchpad\arbeit\assets\icons\FaDo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Wer kennt Docker?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der Unterschied zu einer VM? Eine Vermutung reicht.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yerGroup" descr="C:\Users\Thanam\AppData\Local\Temp\claude\c--Projekt-Trainings-azure-basics-training\d01384da-f513-40b3-985e-441cf1c86f9e\scratchpad\arbeit\assets\icons\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erklärst, was ein Hypervisor macht, und ordnest Typ 1 und Typ 2 zu.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461253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d01384da-f513-40b3-985e-441cf1c86f9e\scratchpad\arbeit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VMs mit Multipass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erstellst, startest, stoppst und löschst VMs.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Memory"/>
          <p:cNvSpPr/>
          <p:nvPr/>
        </p:nvSpPr>
        <p:spPr>
          <a:xfrm>
            <a:off x="8402117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Memory" descr="C:\Users\Thanam\AppData\Local\Temp\claude\c--Projekt-Trainings-azure-basics-training\d01384da-f513-40b3-985e-441cf1c86f9e\scratchpad\arbeit\assets\icons\FaMemo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17538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gibst einer VM CPU, RAM und Festplatte und prüfst es.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548640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Rocke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Rocket" descr="C:\Users\Thanam\AppData\Local\Temp\claude\c--Projekt-Trainings-azure-basics-training\d01384da-f513-40b3-985e-441cf1c86f9e\scratchpad\arbeit\assets\icons\FaRock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 (K3)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richtest eine VM von Hand und automatisch mit einer Datei ein.</a:t>
            </a:r>
            <a:endParaRPr lang="en-US" sz="1600" dirty="0"/>
          </a:p>
        </p:txBody>
      </p:sp>
      <p:sp>
        <p:nvSpPr>
          <p:cNvPr id="23" name="karte"/>
          <p:cNvSpPr/>
          <p:nvPr/>
        </p:nvSpPr>
        <p:spPr>
          <a:xfrm>
            <a:off x="4338218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4" name="icon-kreis-FaKey"/>
          <p:cNvSpPr/>
          <p:nvPr/>
        </p:nvSpPr>
        <p:spPr>
          <a:xfrm>
            <a:off x="461253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5" name="icon-FaKey" descr="C:\Users\Thanam\AppData\Local\Temp\claude\c--Projekt-Trainings-azure-basics-training\d01384da-f513-40b3-985e-441cf1c86f9e\scratchpad\arbeit\assets\icons\FaK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158" y="424555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35498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SSH-Schlüssel (K3)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erstellst ein Schlüsselpaar und meldest dich damit an vm1 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Kurseinführung,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Ziel und Aufbau des Kurses · Was weisst du schon? · Was ist Virtualisierung?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1.0: Dein Lernjournal · Auftrag 1.1: Hypervisor und dein Laptop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L3–L4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Demo,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Live-Demo Multipass · Auftrag 1.2: Multipass und deine erste VM · 1.3: CPU und RAM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Hands-on, Input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1.4: Server von Hand · Automatisch statt von Hand: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1.5: Deine erste automatische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Kurz-Input,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SSH-Schlüssel · Auftrag 1.6 · ⭐ 1.7: 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Puffer, 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Offene Aufträge fertig machen · Aufräumen · Exit-Ticket · Ausblick Tag 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6325763"/>
                <a:gridCol w="1362472"/>
                <a:gridCol w="223834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Zeit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1.0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 Lernjournal auf GitHub oder GitLab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Hypervisor und dein Laptop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Multipass und deine erste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Wie viel CPU und RAM bekommt eine VM?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Einen Server von Hand einrichten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Deine erste automatische VM mit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45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SSH-Schlüssel für die Cloud vorbereiten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1.7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Container mit Docker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30 Min.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Aufträge: auftraege/tag-1/ · Lösungen erst nach dem eigenen Versuch: loesungen/tag-1/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Bevor du startest</a:t>
            </a:r>
            <a:endParaRPr lang="en-US" sz="3400" dirty="0"/>
          </a:p>
        </p:txBody>
      </p:sp>
      <p:sp>
        <p:nvSpPr>
          <p:cNvPr id="3" name="icon-kreis-FaMicrochip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Microchip" descr="C:\Users\Thanam\AppData\Local\Temp\claude\c--Projekt-Trainings-azure-basics-training\d01384da-f513-40b3-985e-441cf1c86f9e\scratchpad\arbeit\assets\icons\FaMicro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Virtualisierung aktiv?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Task-Manager &gt; Leistung &gt; CPU &gt; «Virtualisierung: Aktiviert»</a:t>
            </a:r>
            <a:endParaRPr lang="en-US" sz="1800" dirty="0"/>
          </a:p>
        </p:txBody>
      </p:sp>
      <p:sp>
        <p:nvSpPr>
          <p:cNvPr id="6" name="icon-kreis-FaLapto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Laptop" descr="C:\Users\Thanam\AppData\Local\Temp\claude\c--Projekt-Trainings-azure-basics-training\d01384da-f513-40b3-985e-441cf1c86f9e\scratchpad\arbeit\assets\icons\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Windows Pro oder Education?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Dann ist Hyper-V eingebaut. Bei Windows Home: Kursleitung holen.</a:t>
            </a:r>
            <a:endParaRPr lang="en-US" sz="1800" dirty="0"/>
          </a:p>
        </p:txBody>
      </p:sp>
      <p:sp>
        <p:nvSpPr>
          <p:cNvPr id="9" name="icon-kreis-FaHdd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Hdd" descr="C:\Users\Thanam\AppData\Local\Temp\claude\c--Projekt-Trainings-azure-basics-training\d01384da-f513-40b3-985e-441cf1c86f9e\scratchpad\arbeit\assets\icons\FaHd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Genug Platz?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Mindestens 15 GB frei. Multipass lädt Ubuntu selbst herunter.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Multipass in 6 Befehlen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5836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launch --name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list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shell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exec vm1 -- free -h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stop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delete --purge vm1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1325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launch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erstellen und starten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468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alle VMs 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3611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shell / exec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in der VM arbeiten / einen Befehl ausführen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754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stop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stoppen / endgültig löschen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d01384da-f513-40b3-985e-441cf1c86f9e\scratchpad\arbeit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multipass delete --purge --all · Den SSH-Schlüssel behalten – du brauchst ihn an Tag 3!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d01384da-f513-40b3-985e-441cf1c86f9e\scratchpad\arbeit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ist der grösste Unterschied zwischen deiner VM und einer VM in der Cloud?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Nächstes Mal: ab in die Cloud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Tag 2 · Public Cloud und Azure Grundlagen</a:t>
            </a:r>
            <a:endParaRPr lang="en-US" sz="2000" dirty="0"/>
          </a:p>
        </p:txBody>
      </p:sp>
      <p:sp>
        <p:nvSpPr>
          <p:cNvPr id="4" name="karte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Cloud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Cloud" descr="C:\Users\Thanam\AppData\Local\Temp\claude\c--Projekt-Trainings-azure-basics-training\d01384da-f513-40b3-985e-441cf1c86f9e\scratchpad\arbeit\assets\icons\Fa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Hyperscaler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Was passiert, wenn man tausende Hypervisoren zusammenschaltet?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Key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Key" descr="C:\Users\Thanam\AppData\Local\Temp\claude\c--Projekt-Trainings-azure-basics-training\d01384da-f513-40b3-985e-441cf1c86f9e\scratchpad\arbeit\assets\icons\Fa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Azure for Students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Login testen: portal.azure.com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1: Grundlagen Virtualisierung</dc:title>
  <dc:subject>PptxGenJS Presentation</dc:subject>
  <dc:creator>PAT Cloud Solutions</dc:creator>
  <cp:lastModifiedBy>PAT Cloud Solutions</cp:lastModifiedBy>
  <cp:revision>1</cp:revision>
  <dcterms:created xsi:type="dcterms:W3CDTF">2026-10-26T15:02:14Z</dcterms:created>
  <dcterms:modified xsi:type="dcterms:W3CDTF">2026-10-26T15:02:14Z</dcterms:modified>
</cp:coreProperties>
</file>