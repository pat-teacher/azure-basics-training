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282dd466-aea8-20c4-8fc6-9eb1af87c4a1}">
          <p14:sldIdLst>
            <p14:sldId id="256"/>
            <p14:sldId id="257"/>
          </p14:sldIdLst>
        </p14:section>
        <p14:section name="Heute" id="{895ac5f3-2bac-a12c-1f66-418e020ce2fc}">
          <p14:sldIdLst>
            <p14:sldId id="258"/>
            <p14:sldId id="259"/>
            <p14:sldId id="260"/>
            <p14:sldId id="261"/>
          </p14:sldIdLst>
        </p14:section>
        <p14:section name="Abschluss" id="{531e3354-acc7-239c-b4e1-9be51f91b718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Begrüssung, Stimmung abholen.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Lösungen: Typ 2 / Typ 1 / Typ 1. multipass launch --name &lt;name&gt;. Nur beim ersten Start. Danach 2–3 Exit-Tickets vorlesen.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Trainingsschlüssel im Teams-Kanal bereitstellen. Labs vorher im Microsoft Learn for Educators Portal der Klasse zuweisen.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Tag 2: Public Cloud und Azure Grundlagen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Einführung in Cloud Computing mit Microsoft Azure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Rückblick Tag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Beantworte die Fragen mit deinem Partner – 5 Minuten.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Typ 1 oder Typ 2?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VirtualBox, Hyper-V, VMware ESXi – ordne zu.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Multipass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Mit welchem Befehl erstellst du eine neue VM?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cloud-init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Wann arbeitet cloud-init seine Datei ab?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Ziele heute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Cloud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Cloud" descr="C:\Users\Thanam\AppData\Local\Temp\claude\c--Projekt-Trainings-azure-basics-training\a9e0bf4e-0d08-4082-a38a-5b8886538508\scratchpad\pptx\assets\icons\Fa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Servicemodelle (K2)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unterscheidest IaaS, PaaS und SaaS und ordnest Beispiele zu.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GlobeEurope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GlobeEurope" descr="C:\Users\Thanam\AppData\Local\Temp\claude\c--Projekt-Trainings-azure-basics-training\a9e0bf4e-0d08-4082-a38a-5b8886538508\scratchpad\pptx\assets\icons\FaGlobeEur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Aufbau von Azure (K2)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erklärst Region, Zone, Abonnement und Ressourcengruppe.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Terminal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Terminal" descr="C:\Users\Thanam\AppData\Local\Temp\claude\c--Projekt-Trainings-azure-basics-training\a9e0bf4e-0d08-4082-a38a-5b8886538508\scratchpad\pptx\assets\icons\Fa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Portal und CLI (K3)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erstellst, findest und löschst Ressourcen im Portal und mit der Azure CLI.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Ablauf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210300"/>
                <a:gridCol w="2218883"/>
                <a:gridCol w="7665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Lektion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Inhalt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Einstieg, Input 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Rückblick · Vom Hypervisor zum Hyperscaler, IaaS/PaaS/SaaS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2.1: IaaS, PaaS oder SaaS?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 2, 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Aufbau von Azure · Auftrag 2.2: Dein Abonnement erkunden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2.3: Erste Ressourcengruppe im Portal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L5–L6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 3, 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Cloud Shell und Azure CLI · Auftrag 2.4: Ressourcengruppe mit der CLI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2.5: Regionen recherchieren · ⭐ 2.6 Learn-Modul · ⭐ 2.7 Challenge Lab RBAC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L8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Abschluss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Aufräumen kontrollieren · Quiz · Exit-Ticket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Aufträge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167833"/>
                <a:gridCol w="7785555"/>
                <a:gridCol w="21410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Nr.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Auftrag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2.1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IaaS, PaaS oder SaaS? Dienste zuordnen und begründen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2.2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Dein Azure-Abonnement erkunden (Guthaben, erlaubte Regionen, Kostenanalyse)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2.3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Erste Ressourcengruppe im Portal mit Tags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2.4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Dieselbe Ressourcengruppe mit der Azure CLI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2.5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Azure-Regionen recherchieren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⭐ 2.6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Microsoft-Learn-Modul: Kernkomponenten der Azure-Architektur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⭐ 2.7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Challenge Lab «Azure RBAC konfigurieren» (Learn on Demand)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Entra ID üben: Challenge Labs</a:t>
            </a:r>
            <a:endParaRPr lang="en-US" sz="3400" dirty="0"/>
          </a:p>
        </p:txBody>
      </p:sp>
      <p:sp>
        <p:nvSpPr>
          <p:cNvPr id="3" name="schritt"/>
          <p:cNvSpPr/>
          <p:nvPr/>
        </p:nvSpPr>
        <p:spPr>
          <a:xfrm>
            <a:off x="548640" y="1691640"/>
            <a:ext cx="2464994" cy="3017520"/>
          </a:xfrm>
          <a:prstGeom prst="roundRect">
            <a:avLst>
              <a:gd name="adj" fmla="val 445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chritt-nr"/>
          <p:cNvSpPr/>
          <p:nvPr/>
        </p:nvSpPr>
        <p:spPr>
          <a:xfrm>
            <a:off x="1461097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1097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Anmelden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0992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msle.learnondemand.net mit dem Trainingsschlüssel der Kursleitung</a:t>
            </a:r>
            <a:endParaRPr lang="en-US" sz="1600" dirty="0"/>
          </a:p>
        </p:txBody>
      </p:sp>
      <p:sp>
        <p:nvSpPr>
          <p:cNvPr id="8" name="pfeil"/>
          <p:cNvSpPr/>
          <p:nvPr/>
        </p:nvSpPr>
        <p:spPr>
          <a:xfrm>
            <a:off x="3077642" y="3063240"/>
            <a:ext cx="283464" cy="274320"/>
          </a:xfrm>
          <a:prstGeom prst="rightArrow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9" name="schritt"/>
          <p:cNvSpPr/>
          <p:nvPr/>
        </p:nvSpPr>
        <p:spPr>
          <a:xfrm>
            <a:off x="3425114" y="1691640"/>
            <a:ext cx="2464994" cy="3017520"/>
          </a:xfrm>
          <a:prstGeom prst="roundRect">
            <a:avLst>
              <a:gd name="adj" fmla="val 445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chritt-nr"/>
          <p:cNvSpPr/>
          <p:nvPr/>
        </p:nvSpPr>
        <p:spPr>
          <a:xfrm>
            <a:off x="4337571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7571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07994" y="274320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Registrieren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07994" y="3429000"/>
            <a:ext cx="20992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Skillable-Konto anlegen, damit du später wieder hineinkommst</a:t>
            </a:r>
            <a:endParaRPr lang="en-US" sz="1600" dirty="0"/>
          </a:p>
        </p:txBody>
      </p:sp>
      <p:sp>
        <p:nvSpPr>
          <p:cNvPr id="14" name="pfeil"/>
          <p:cNvSpPr/>
          <p:nvPr/>
        </p:nvSpPr>
        <p:spPr>
          <a:xfrm>
            <a:off x="5954116" y="3063240"/>
            <a:ext cx="283464" cy="274320"/>
          </a:xfrm>
          <a:prstGeom prst="rightArrow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5" name="schritt"/>
          <p:cNvSpPr/>
          <p:nvPr/>
        </p:nvSpPr>
        <p:spPr>
          <a:xfrm>
            <a:off x="6301588" y="1691640"/>
            <a:ext cx="2464994" cy="3017520"/>
          </a:xfrm>
          <a:prstGeom prst="roundRect">
            <a:avLst>
              <a:gd name="adj" fmla="val 445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schritt-nr"/>
          <p:cNvSpPr/>
          <p:nvPr/>
        </p:nvSpPr>
        <p:spPr>
          <a:xfrm>
            <a:off x="7214045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14045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84468" y="274320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Lab starten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84468" y="3429000"/>
            <a:ext cx="20992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Meine Schulung &gt; Klasse &gt; Challenge Lab wählen</a:t>
            </a:r>
            <a:endParaRPr lang="en-US" sz="1600" dirty="0"/>
          </a:p>
        </p:txBody>
      </p:sp>
      <p:sp>
        <p:nvSpPr>
          <p:cNvPr id="20" name="pfeil"/>
          <p:cNvSpPr/>
          <p:nvPr/>
        </p:nvSpPr>
        <p:spPr>
          <a:xfrm>
            <a:off x="8830589" y="3063240"/>
            <a:ext cx="283464" cy="274320"/>
          </a:xfrm>
          <a:prstGeom prst="rightArrow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1" name="schritt"/>
          <p:cNvSpPr/>
          <p:nvPr/>
        </p:nvSpPr>
        <p:spPr>
          <a:xfrm>
            <a:off x="9178061" y="1691640"/>
            <a:ext cx="2464994" cy="3017520"/>
          </a:xfrm>
          <a:prstGeom prst="roundRect">
            <a:avLst>
              <a:gd name="adj" fmla="val 4451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2" name="schritt-nr"/>
          <p:cNvSpPr/>
          <p:nvPr/>
        </p:nvSpPr>
        <p:spPr>
          <a:xfrm>
            <a:off x="10090518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9051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360941" y="274320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Arbeiten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60941" y="3429000"/>
            <a:ext cx="20992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Vorbereitete Umgebung mit temporärem Konto, Anleitung im zweiten Fenster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Mit Azure for Students hast du keine Rechte in Entra ID. Challenge Labs lassen sich nur wenige Male starten (meist 3) – erst starten, wenn du Zeit hast.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Abschluss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TrashAlt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Aufräumen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az group list -o table – alle Ressourcengruppen von heute gelöscht?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DoorOpen"/>
          <p:cNvSpPr/>
          <p:nvPr/>
        </p:nvSpPr>
        <p:spPr>
          <a:xfrm>
            <a:off x="650732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DoorOpen" descr="C:\Users\Thanam\AppData\Local\Temp\claude\c--Projekt-Trainings-azure-basics-training\a9e0bf4e-0d08-4082-a38a-5b8886538508\scratchpad\pptx\assets\icons\FaDoor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Exit-Ticket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Erkläre einem Kollegen in zwei Sätzen, was eine Ressourcengruppe ist.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Morgen: deine erste VM in Azure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Tag 3 · Azure Compute und Storage</a:t>
            </a:r>
            <a:endParaRPr lang="en-US" sz="2000" dirty="0"/>
          </a:p>
        </p:txBody>
      </p:sp>
      <p:sp>
        <p:nvSpPr>
          <p:cNvPr id="4" name="karte-dunkel"/>
          <p:cNvSpPr/>
          <p:nvPr/>
        </p:nvSpPr>
        <p:spPr>
          <a:xfrm>
            <a:off x="548640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5" name="icon-kreis-FaKey"/>
          <p:cNvSpPr/>
          <p:nvPr/>
        </p:nvSpPr>
        <p:spPr>
          <a:xfrm>
            <a:off x="822960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Key" descr="C:\Users\Thanam\AppData\Local\Temp\claude\c--Projekt-Trainings-azure-basics-training\a9e0bf4e-0d08-4082-a38a-5b8886538508\scratchpad\pptx\assets\icons\Fa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039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SSH-Schlüssel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Den Schlüssel von Tag 1 brauchst du wieder.</a:t>
            </a:r>
            <a:endParaRPr lang="en-US" sz="1600" dirty="0"/>
          </a:p>
        </p:txBody>
      </p:sp>
      <p:sp>
        <p:nvSpPr>
          <p:cNvPr id="9" name="karte-dunkel"/>
          <p:cNvSpPr/>
          <p:nvPr/>
        </p:nvSpPr>
        <p:spPr>
          <a:xfrm>
            <a:off x="6233008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10" name="icon-kreis-FaServer"/>
          <p:cNvSpPr/>
          <p:nvPr/>
        </p:nvSpPr>
        <p:spPr>
          <a:xfrm>
            <a:off x="6507328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40398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VM in Azure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Vergleich mit deiner lokalen VM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2: Public Cloud und Azure Grundlagen</dc:title>
  <dc:subject>PptxGenJS Presentation</dc:subject>
  <dc:creator>PAT Cloud Solutions</dc:creator>
  <cp:lastModifiedBy>PAT Cloud Solutions</cp:lastModifiedBy>
  <cp:revision>1</cp:revision>
  <dcterms:created xsi:type="dcterms:W3CDTF">2026-10-19T15:49:08Z</dcterms:created>
  <dcterms:modified xsi:type="dcterms:W3CDTF">2026-10-19T15:49:08Z</dcterms:modified>
</cp:coreProperties>
</file>