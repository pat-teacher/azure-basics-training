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e7f4df24-9ecf-9103-9c10-1eccdeec648d}">
          <p14:sldIdLst>
            <p14:sldId id="256"/>
            <p14:sldId id="257"/>
          </p14:sldIdLst>
        </p14:section>
        <p14:section name="Heute" id="{657835d0-dc20-7f94-c119-c80dc686b983}">
          <p14:sldIdLst>
            <p14:sldId id="258"/>
            <p14:sldId id="259"/>
            <p14:sldId id="260"/>
            <p14:sldId id="261"/>
          </p14:sldIdLst>
        </p14:section>
        <p14:section name="Abschluss" id="{2fb3a579-19fe-0e3b-5fc0-0e2e4e8246fb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Begrüssung, Stimmung abholen.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Lösungen: Typ 2 / Typ 1 / Typ 1. NAT versteckt die VM in einem privaten Netz. Snapshot liegt auf demselben Datenträger → kein Backup. Danach 2–3 Exit-Tickets vorlesen.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Trainingsschlüssel im Teams-Kanal bereitstellen. Labs vorher im Microsoft Learn for Educators Portal der Klasse zuweisen.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2: Public Cloud und Azure Grundlagen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1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Typ 1 oder Typ 2?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VirtualBox, Hyper-V, VMware ESXi – ordne zu.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Warum erreicht dein Partner deine VM im NAT-Modus nicht?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Snapshot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Ist ein Snapshot ein Backup? Begründe.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loud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loud" descr="C:\Users\Thanam\AppData\Local\Temp\claude\c--Projekt-Trainings-azure-basics-training\a9e0bf4e-0d08-4082-a38a-5b8886538508\scratchpad\pptx\assets\icons\Fa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Servicemodelle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unterscheidest IaaS, PaaS und SaaS und ordnest Beispiele zu.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Aufbau von Azure (K2)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 Region, Zone, Abonnement und Ressourcengruppe.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Terminal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Terminal" descr="C:\Users\Thanam\AppData\Local\Temp\claude\c--Projekt-Trainings-azure-basics-training\a9e0bf4e-0d08-4082-a38a-5b8886538508\scratchpad\pptx\assets\icons\Fa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Portal und CLI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erstellst, findest und löschst Ressourcen im Portal und mit der Azure CLI.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Vom Hypervisor zum Hyperscaler, IaaS/PaaS/SaaS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2.1: IaaS, PaaS oder SaaS?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Aufbau von Azure · Auftrag 2.2: Dein Abonnement erkunden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2.3: Erste Ressourcengruppe im Portal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3,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Cloud Shell und Azure CLI · Auftrag 2.4: Ressourcengruppe mit der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2.5: Regionen recherchieren · ⭐ 2.6 Learn-Modul · ⭐ 2.7 Challenge Lab RBAC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Aufräumen kontrollieren · Quiz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IaaS, PaaS oder SaaS? Dienste zuordnen und begründen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 Azure-Abonnement erkunden (Guthaben, erlaubte Regionen, Kostenanalyse)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Erste Ressourcengruppe im Portal mit Tags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Dieselbe Ressourcengruppe mit der 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Azure-Regionen recherchieren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2.6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Microsoft-Learn-Modul: Kernkomponenten der Azure-Architektur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2.7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Challenge Lab «Azure RBAC konfigurieren» (Learn on Demand)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Entra ID üben: Challenge Labs</a:t>
            </a:r>
            <a:endParaRPr lang="en-US" sz="3400" dirty="0"/>
          </a:p>
        </p:txBody>
      </p:sp>
      <p:sp>
        <p:nvSpPr>
          <p:cNvPr id="3" name="schritt"/>
          <p:cNvSpPr/>
          <p:nvPr/>
        </p:nvSpPr>
        <p:spPr>
          <a:xfrm>
            <a:off x="548640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chritt-nr"/>
          <p:cNvSpPr/>
          <p:nvPr/>
        </p:nvSpPr>
        <p:spPr>
          <a:xfrm>
            <a:off x="1461097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1097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Anmelden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msle.learnondemand.net mit dem Trainingsschlüssel der Kursleitung</a:t>
            </a:r>
            <a:endParaRPr lang="en-US" sz="1600" dirty="0"/>
          </a:p>
        </p:txBody>
      </p:sp>
      <p:sp>
        <p:nvSpPr>
          <p:cNvPr id="8" name="pfeil"/>
          <p:cNvSpPr/>
          <p:nvPr/>
        </p:nvSpPr>
        <p:spPr>
          <a:xfrm>
            <a:off x="3077642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9" name="schritt"/>
          <p:cNvSpPr/>
          <p:nvPr/>
        </p:nvSpPr>
        <p:spPr>
          <a:xfrm>
            <a:off x="3425114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schritt-nr"/>
          <p:cNvSpPr/>
          <p:nvPr/>
        </p:nvSpPr>
        <p:spPr>
          <a:xfrm>
            <a:off x="4337571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37571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07994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Registrieren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07994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Skillable-Konto anlegen, damit du später wieder hineinkommst</a:t>
            </a:r>
            <a:endParaRPr lang="en-US" sz="1600" dirty="0"/>
          </a:p>
        </p:txBody>
      </p:sp>
      <p:sp>
        <p:nvSpPr>
          <p:cNvPr id="14" name="pfeil"/>
          <p:cNvSpPr/>
          <p:nvPr/>
        </p:nvSpPr>
        <p:spPr>
          <a:xfrm>
            <a:off x="5954116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15" name="schritt"/>
          <p:cNvSpPr/>
          <p:nvPr/>
        </p:nvSpPr>
        <p:spPr>
          <a:xfrm>
            <a:off x="6301588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schritt-nr"/>
          <p:cNvSpPr/>
          <p:nvPr/>
        </p:nvSpPr>
        <p:spPr>
          <a:xfrm>
            <a:off x="7214045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14045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84468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Lab starten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84468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Meine Schulung &gt; Klasse &gt; Challenge Lab wählen</a:t>
            </a:r>
            <a:endParaRPr lang="en-US" sz="1600" dirty="0"/>
          </a:p>
        </p:txBody>
      </p:sp>
      <p:sp>
        <p:nvSpPr>
          <p:cNvPr id="20" name="pfeil"/>
          <p:cNvSpPr/>
          <p:nvPr/>
        </p:nvSpPr>
        <p:spPr>
          <a:xfrm>
            <a:off x="8830589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21" name="schritt"/>
          <p:cNvSpPr/>
          <p:nvPr/>
        </p:nvSpPr>
        <p:spPr>
          <a:xfrm>
            <a:off x="9178061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2" name="schritt-nr"/>
          <p:cNvSpPr/>
          <p:nvPr/>
        </p:nvSpPr>
        <p:spPr>
          <a:xfrm>
            <a:off x="10090518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90518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360941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Arbeiten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60941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Vorbereitete Umgebung mit temporärem Konto, Anleitung im zweiten Fenster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Mit Azure for Students hast du keine Rechte in Entra ID. Challenge Labs lassen sich nur wenige Male starten (meist 3) – erst starten, wenn du Zeit hast.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 group list -o table – alle Ressourcengruppen von heute gelöscht?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Erkläre einem Kollegen in zwei Sätzen, was eine Ressourcengruppe ist.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Morgen: deine erste VM in Azure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Tag 3 · Azure Compute und Storage</a:t>
            </a:r>
            <a:endParaRPr lang="en-US" sz="2000" dirty="0"/>
          </a:p>
        </p:txBody>
      </p:sp>
      <p:sp>
        <p:nvSpPr>
          <p:cNvPr id="4" name="karte-dunkel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5" name="icon-kreis-FaKey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SSH-Schlüssel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Den Schlüssel von Tag 1 brauchst du wieder.</a:t>
            </a:r>
            <a:endParaRPr lang="en-US" sz="1600" dirty="0"/>
          </a:p>
        </p:txBody>
      </p:sp>
      <p:sp>
        <p:nvSpPr>
          <p:cNvPr id="9" name="karte-dunkel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10" name="icon-kreis-FaServer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VM in Azure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Vergleich mit deiner lokalen VM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2: Public Cloud und Azure Grundlagen</dc:title>
  <dc:subject>PptxGenJS Presentation</dc:subject>
  <dc:creator>PAT Cloud Solutions</dc:creator>
  <cp:lastModifiedBy>PAT Cloud Solutions</cp:lastModifiedBy>
  <cp:revision>1</cp:revision>
  <dcterms:created xsi:type="dcterms:W3CDTF">2026-10-19T14:39:58Z</dcterms:created>
  <dcterms:modified xsi:type="dcterms:W3CDTF">2026-10-19T14:39:58Z</dcterms:modified>
</cp:coreProperties>
</file>