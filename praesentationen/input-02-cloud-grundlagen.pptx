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loud-Grundlagen" id="{e9c7210a-de68-7c59-45e2-cfbf074d59e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theorie/02-cloud-grundlagen.md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Tausende Server mit Typ-1-Hypervisoren, ein Orchestrator verteilt die VMs, alles über eine Web-API steuerbar. Du siehst nicht, auf welchem Server deine VM läuft.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 nach NIST SP 800-145.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weiter rechts, desto weniger Aufwand – aber auch weniger Kontrolle. Daten und Zugriffe bleiben immer deine Aufgabe.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Muster: Neues und Wachsendes in die Cloud, Altes und schwer Migrierbares bleibt vorerst im Haus.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IaaS, SaaS, PaaS. Hybrid. Der Kunde – Sicherheit in der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7303A"/>
                </a:solidFill>
              </a:rPr>
              <a:t>Vom Hypervisor zum Hyperscaler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Input 1 Tag 2 · Cloud-Grundlagen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Was ist ein Hyperscaler?</a:t>
            </a:r>
            <a:endParaRPr lang="en-US" sz="3400" dirty="0"/>
          </a:p>
        </p:txBody>
      </p:sp>
      <p:pic>
        <p:nvPicPr>
          <p:cNvPr id="3" name="diagramm" descr="Was ist ein Hyperscaler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820" y="1325880"/>
            <a:ext cx="8854055" cy="4297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875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Grafik: TBZ M346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Fünf Merkmale von Cloud Computing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HandsHelping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HandsHelping" descr="C:\Users\Thanam\AppData\Local\Temp\claude\c--Projekt-Trainings-azure-basics-training\a7a6b8eb-22f3-4b42-aecc-5af05d1502b1\scratchpad\folien\assets\icons\FaHandsHelp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Selbstbedienung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holst dir Ressourcen selbst – ohne Telefon, ohne Ticket.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GlobeEurope"/>
          <p:cNvSpPr/>
          <p:nvPr/>
        </p:nvSpPr>
        <p:spPr>
          <a:xfrm>
            <a:off x="461253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GlobeEurope" descr="C:\Users\Thanam\AppData\Local\Temp\claude\c--Projekt-Trainings-azure-basics-training\a7a6b8eb-22f3-4b42-aecc-5af05d1502b1\scratchpad\folien\assets\icons\FaGlobeEur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Über das Netz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Portal, CLI, API – von überall erreichbar.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Users"/>
          <p:cNvSpPr/>
          <p:nvPr/>
        </p:nvSpPr>
        <p:spPr>
          <a:xfrm>
            <a:off x="8402117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Users" descr="C:\Users\Thanam\AppData\Local\Temp\claude\c--Projekt-Trainings-azure-basics-training\a7a6b8eb-22f3-4b42-aecc-5af05d1502b1\scratchpad\folien\assets\icons\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175381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Ressourcen-Pool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Viele Kunden teilen sich die Hardware, sauber getrennt.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548640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Bolt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Bolt" descr="C:\Users\Thanam\AppData\Local\Temp\claude\c--Projekt-Trainings-azure-basics-training\a7a6b8eb-22f3-4b42-aecc-5af05d1502b1\scratchpad\folien\assets\icons\FaBo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45920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Elastizität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Mehr oder weniger Ressourcen, je nach Bedarf.</a:t>
            </a:r>
            <a:endParaRPr lang="en-US" sz="1600" dirty="0"/>
          </a:p>
        </p:txBody>
      </p:sp>
      <p:sp>
        <p:nvSpPr>
          <p:cNvPr id="23" name="karte"/>
          <p:cNvSpPr/>
          <p:nvPr/>
        </p:nvSpPr>
        <p:spPr>
          <a:xfrm>
            <a:off x="4338218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4" name="icon-kreis-FaCoins"/>
          <p:cNvSpPr/>
          <p:nvPr/>
        </p:nvSpPr>
        <p:spPr>
          <a:xfrm>
            <a:off x="461253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5" name="icon-FaCoins" descr="C:\Users\Thanam\AppData\Local\Temp\claude\c--Projekt-Trainings-azure-basics-training\a7a6b8eb-22f3-4b42-aecc-5af05d1502b1\scratchpad\folien\assets\icons\FaCoin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6158" y="4245559"/>
            <a:ext cx="332842" cy="33284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35498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Messbar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4612538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bezahlst, was du brauchst.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Servicemodelle: Wer verwaltet was?</a:t>
            </a:r>
            <a:endParaRPr lang="en-US" sz="3400" dirty="0"/>
          </a:p>
        </p:txBody>
      </p:sp>
      <p:pic>
        <p:nvPicPr>
          <p:cNvPr id="3" name="diagramm" descr="Servicemodelle: Wer verwaltet was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492" y="1325880"/>
            <a:ext cx="11002710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Merkhilfe: Pizza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Building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Building" descr="C:\Users\Thanam\AppData\Local\Temp\claude\c--Projekt-Trainings-azure-basics-training\a7a6b8eb-22f3-4b42-aecc-5af05d1502b1\scratchpad\folien\assets\icons\Fa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Selbst betrieben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(On Premises) Alles selbst: Küche, Ofen, Teig, Belag.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3390824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Server"/>
          <p:cNvSpPr/>
          <p:nvPr/>
        </p:nvSpPr>
        <p:spPr>
          <a:xfrm>
            <a:off x="3665144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Server" descr="C:\Users\Thanam\AppData\Local\Temp\claude\c--Projekt-Trainings-azure-basics-training\a7a6b8eb-22f3-4b42-aecc-5af05d1502b1\scratchpad\folien\assets\icons\Fa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8763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88104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IaaS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Küche mit Ofen gemietet. Teig und Belag bringst du.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6233008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Rocket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Rocket" descr="C:\Users\Thanam\AppData\Local\Temp\claude\c--Projekt-Trainings-azure-basics-training\a7a6b8eb-22f3-4b42-aecc-5af05d1502b1\scratchpad\folien\assets\icons\FaRock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0288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PaaS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Der Lieferdienst backt nach deinem Rezept.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9075191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PizzaSlice"/>
          <p:cNvSpPr/>
          <p:nvPr/>
        </p:nvSpPr>
        <p:spPr>
          <a:xfrm>
            <a:off x="9349511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PizzaSlice" descr="C:\Users\Thanam\AppData\Local\Temp\claude\c--Projekt-Trainings-azure-basics-training\a7a6b8eb-22f3-4b42-aecc-5af05d1502b1\scratchpad\folien\assets\icons\FaPizzaSl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3131" y="28739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172471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SaaS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Restaurant: Du isst, was auf der Karte steht.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Beispiele bei Microsoft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599195"/>
                <a:gridCol w="3498239"/>
                <a:gridCol w="599698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Modell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Du lieferst …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Beispiele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IaaS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Betriebssystem, Software, Konfiguration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Virtual Machines, Azure Virtual Network, Azure Managed Disks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PaaS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nur deine Anwendung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App Service, Azure SQL Database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SaaS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nur deine Daten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Microsoft 365, Teams, Outlook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FaaS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einzelne Funktionen, bezahlt pro Ausführung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Functions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Im Kurs arbeitest du vor allem mit IaaS.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Öffentlich, privat, hybrid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GlobeEurope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GlobeEurope" descr="C:\Users\Thanam\AppData\Local\Temp\claude\c--Projekt-Trainings-azure-basics-training\a7a6b8eb-22f3-4b42-aecc-5af05d1502b1\scratchpad\folien\assets\icons\FaGlobeEur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Öffentliche Cloud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(Public Cloud) Infrastruktur eines öffentlichen Anbieters, geteilt mit anderen Kunden.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Lock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Lock" descr="C:\Users\Thanam\AppData\Local\Temp\claude\c--Projekt-Trainings-azure-basics-training\a7a6b8eb-22f3-4b42-aecc-5af05d1502b1\scratchpad\folien\assets\icons\Fa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Private Cloud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Cloud nur für eine Organisation, z. B. Banken und Behörden.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ExchangeAlt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ExchangeAlt" descr="C:\Users\Thanam\AppData\Local\Temp\claude\c--Projekt-Trainings-azure-basics-training\a7a6b8eb-22f3-4b42-aecc-5af05d1502b1\scratchpad\folien\assets\icons\FaExchang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Hybride Cloud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(Hybrid Cloud) Ein Teil im eigenen Rechenzentrum, ein Teil in der öffentlichen Cloud – heute der Normalfall.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Hybride Cloud am Beispiel</a:t>
            </a:r>
            <a:endParaRPr lang="en-US" sz="3400" dirty="0"/>
          </a:p>
        </p:txBody>
      </p:sp>
      <p:pic>
        <p:nvPicPr>
          <p:cNvPr id="3" name="diagramm" descr="Hybride Cloud am Beispi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12122" y="1325880"/>
            <a:ext cx="7367451" cy="4297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875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Grafik: TBZ M346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Geteilte Verantwortung (Shared Responsibility)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Building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Building" descr="C:\Users\Thanam\AppData\Local\Temp\claude\c--Projekt-Trainings-azure-basics-training\a7a6b8eb-22f3-4b42-aecc-5af05d1502b1\scratchpad\folien\assets\icons\Fa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Microsoft: Sicherheit der Cloud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Rechenzentren, Zutritt, Strom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Hardware und Hypervisor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Trennung der Kunden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UserShield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UserShield" descr="C:\Users\Thanam\AppData\Local\Temp\claude\c--Projekt-Trainings-azure-basics-training\a7a6b8eb-22f3-4b42-aecc-5af05d1502b1\scratchpad\folien\assets\icons\FaUser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Du: Sicherheit in der Cloud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Daten und Zugriffsrechte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offene Ports, NSG-Regeln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Updates der VM (bei IaaS)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Daten und Zugriffe bleiben immer deine Aufgabe – auch bei SaaS.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Zuordnen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Azure Virtual Machines, Microsoft Teams, Azure App Service: IaaS, PaaS oder SaaS?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Hybrid?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Buchhaltung auf einem Server im Keller, Mail mit Microsoft 365. Welches Modell?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Verantwortung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Eine VM wird gehackt, weil SSH mit Passwort für alle offen war. Wer ist schuld?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7a6b8eb-22f3-4b42-aecc-5af05d1502b1\scratchpad\folien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theorie/02-cloud-grundlagen.md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7a6b8eb-22f3-4b42-aecc-5af05d1502b1\scratchpad\folien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Beschreiben von Cloud Computing · Beschreiben von Clouddiensttypen</a:t>
            </a:r>
            <a:endParaRPr lang="en-US" sz="1800" dirty="0"/>
          </a:p>
        </p:txBody>
      </p:sp>
      <p:sp>
        <p:nvSpPr>
          <p:cNvPr id="9" name="icon-kreis-FaBook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Book" descr="C:\Users\Thanam\AppData\Local\Temp\claude\c--Projekt-Trainings-azure-basics-training\a7a6b8eb-22f3-4b42-aecc-5af05d1502b1\scratchpad\folien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TBZ M346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Servicemodelle, Betriebsmodelle (Texte und Grafiken übernommen)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Auftrag 2.1: IaaS, PaaS oder SaaS?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Cloud-Grundlagen</dc:title>
  <dc:subject>PptxGenJS Presentation</dc:subject>
  <dc:creator>PAT Cloud Solutions</dc:creator>
  <cp:lastModifiedBy>PAT Cloud Solutions</cp:lastModifiedBy>
  <cp:revision>1</cp:revision>
  <dcterms:created xsi:type="dcterms:W3CDTF">2026-10-25T19:46:04Z</dcterms:created>
  <dcterms:modified xsi:type="dcterms:W3CDTF">2026-10-25T19:46:04Z</dcterms:modified>
</cp:coreProperties>
</file>