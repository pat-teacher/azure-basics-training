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loud-Grundlagen" id="{81b7e015-c2b9-3d86-129d-50dac3b990a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theorie/02-cloud-grundlagen.md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Tausende Server mit Typ-1-Hypervisoren, ein Orchestrator verteilt die VMs, alles über eine Web-API steuerbar. Du siehst nicht, auf welchem Server deine VM läuft.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 nach NIST SP 800-145.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weiter rechts, desto weniger Aufwand – aber auch weniger Kontrolle. Daten und Zugriffe bleiben immer deine 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Muster: Neues und Wachsendes in die Cloud, Altes und schwer Migrierbares bleibt vorerst im Haus.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IaaS, SaaS, PaaS. Hybrid. Der Kunde – Sicherheit in der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Vom Hypervisor zum Hyperscaler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3 Tag 1 · Input 1 Tag 2 · Cloud-Grundlagen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ist ein Hyperscaler?</a:t>
            </a:r>
            <a:endParaRPr lang="en-US" sz="3400" dirty="0"/>
          </a:p>
        </p:txBody>
      </p:sp>
      <p:pic>
        <p:nvPicPr>
          <p:cNvPr id="3" name="diagramm" descr="Was ist ein Hyperscaler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820" y="1325880"/>
            <a:ext cx="8854055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Fünf Merkmale von Cloud Computing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HandsHelping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HandsHelping" descr="C:\Users\Thanam\AppData\Local\Temp\claude\c--Projekt-Trainings-azure-basics-training\a9e0bf4e-0d08-4082-a38a-5b8886538508\scratchpad\pptx\assets\icons\FaHandsHelp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Selbstbedienung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holst dir Ressourcen selbst – ohne Telefon, ohne Ticket.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Über das Netz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Portal, CLI, API – von überall erreichbar.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Users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Users" descr="C:\Users\Thanam\AppData\Local\Temp\claude\c--Projekt-Trainings-azure-basics-training\a9e0bf4e-0d08-4082-a38a-5b8886538508\scratchpad\pptx\assets\icons\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Ressourcen-Pool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Viele Kunden teilen sich die Hardware, sauber getrennt.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Bol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Bolt" descr="C:\Users\Thanam\AppData\Local\Temp\claude\c--Projekt-Trainings-azure-basics-training\a9e0bf4e-0d08-4082-a38a-5b8886538508\scratchpad\pptx\assets\icons\Fa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Elastizität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Mehr oder weniger Ressourcen, je nach Bedarf.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Coins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Coins" descr="C:\Users\Thanam\AppData\Local\Temp\claude\c--Projekt-Trainings-azure-basics-training\a9e0bf4e-0d08-4082-a38a-5b8886538508\scratchpad\pptx\assets\icons\Fa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Messbar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bezahlst, was du brauchst.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Servicemodelle: Wer verwaltet was?</a:t>
            </a:r>
            <a:endParaRPr lang="en-US" sz="3400" dirty="0"/>
          </a:p>
        </p:txBody>
      </p:sp>
      <p:pic>
        <p:nvPicPr>
          <p:cNvPr id="3" name="diagramm" descr="Servicemodelle: Wer verwaltet was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Merkhilfe: Pizza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On Premises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Alles selbst: Küche, Ofen, Teig, Belag.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3390824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3665144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8104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IaaS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Küche mit Ofen gemietet. Teig und Belag bringst du.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6233008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ocket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0288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PaaS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Der Lieferdienst backt nach deinem Rezept.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9075191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PizzaSlice"/>
          <p:cNvSpPr/>
          <p:nvPr/>
        </p:nvSpPr>
        <p:spPr>
          <a:xfrm>
            <a:off x="9349511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PizzaSlice" descr="C:\Users\Thanam\AppData\Local\Temp\claude\c--Projekt-Trainings-azure-basics-training\a9e0bf4e-0d08-4082-a38a-5b8886538508\scratchpad\pptx\assets\icons\FaPizzaSl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8739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72471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SaaS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Restaurant: Du isst, was auf der Karte steht.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Beispiele bei Microsoft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99195"/>
                <a:gridCol w="3498239"/>
                <a:gridCol w="59969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Modell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Du lieferst …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Beispiele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Betriebssystem, Software, Konfiguration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Virtual Machines, Virtual Network, Managed Disks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deine Anwendung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App Service, Azure SQL Database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deine Daten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Microsoft 365, Teams, Outlook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einzelne Funktionen, bezahlt pro Ausführung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Functions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Im Kurs arbeitest du vor allem mit IaaS.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Public, Private, Hybrid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Public Cloud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Infrastruktur eines öffentlichen Anbieters, geteilt mit anderen Kunden.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Lock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Private Cloud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Cloud exklusiv für eine Organisation, z. B. Banken und Behörden.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ExchangeAl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ExchangeAlt" descr="C:\Users\Thanam\AppData\Local\Temp\claude\c--Projekt-Trainings-azure-basics-training\a9e0bf4e-0d08-4082-a38a-5b8886538508\scratchpad\pptx\assets\icons\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Hybrid Cloud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 Teil im eigenen Rechenzentrum, ein Teil in der Public Cloud – heute der Normalfall.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Hybrid Cloud am Beispiel</a:t>
            </a:r>
            <a:endParaRPr lang="en-US" sz="3400" dirty="0"/>
          </a:p>
        </p:txBody>
      </p:sp>
      <p:pic>
        <p:nvPicPr>
          <p:cNvPr id="3" name="diagramm" descr="Hybrid Cloud am Beisp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2122" y="1325880"/>
            <a:ext cx="7367451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Geteilte Verantwortung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Microsoft: Sicherheit der Cloud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Rechenzentren, Zutritt, Strom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Hardware und Hypervisor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Trennung der Kunden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UserShield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UserShield" descr="C:\Users\Thanam\AppData\Local\Temp\claude\c--Projekt-Trainings-azure-basics-training\a9e0bf4e-0d08-4082-a38a-5b8886538508\scratchpad\pptx\assets\icons\Fa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Du: Sicherheit in der Cloud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Daten und Zugriffsrechte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offene Ports, NSG-Regeln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Updates der VM (bei IaaS)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Daten und Zugriffe bleiben immer deine Aufgabe – auch bei SaaS.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Zuordnen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Azure Virtual Machines, Microsoft Teams, Azure App Service: IaaS, PaaS oder SaaS?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Hybrid?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Buchhaltung auf einem Server im Keller, Mail mit Microsoft 365. Welches Modell?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Verantwortung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VM wird gehackt, weil SSH mit Passwort für alle offen war. Wer ist schuld?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theorie/02-cloud-grundlagen.md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Beschreiben von Cloud Computing · Beschreiben von Clouddiensttypen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Servicemodelle, Betriebsmodelle (Texte und Grafiken übernommen)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2.1: IaaS, PaaS oder SaaS?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Cloud-Grundlagen</dc:title>
  <dc:subject>PptxGenJS Presentation</dc:subject>
  <dc:creator>PAT Cloud Solutions</dc:creator>
  <cp:lastModifiedBy>PAT Cloud Solutions</cp:lastModifiedBy>
  <cp:revision>1</cp:revision>
  <dcterms:created xsi:type="dcterms:W3CDTF">2026-10-19T14:39:59Z</dcterms:created>
  <dcterms:modified xsi:type="dcterms:W3CDTF">2026-10-19T14:39:59Z</dcterms:modified>
</cp:coreProperties>
</file>