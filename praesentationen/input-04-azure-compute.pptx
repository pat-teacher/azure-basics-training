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mpute" id="{61d8f2a1-6231-9613-749c-899239c70230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theorie/04-azure-compute.md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VM im Portal erstellen, danach die Ressourcengruppe öffnen und alle Teile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Verfügbarkeit im Student-Abo vorher prüfen: Filter «Für kostenlose Dienste berechtigt».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VM, Disk, NIC, VNet, öffentliche IP, NSG. Ja. Zwei vCPUs.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Azure Compute: virtuelle Maschinen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1 · Tag 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Woraus besteht eine Azure-VM?</a:t>
            </a:r>
            <a:endParaRPr lang="en-US" sz="3400" dirty="0"/>
          </a:p>
        </p:txBody>
      </p:sp>
      <p:pic>
        <p:nvPicPr>
          <p:cNvPr id="3" name="diagramm" descr="Woraus besteht eine Azure-VM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61727"/>
            <a:ext cx="11094415" cy="463746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Vergleich mit deiner VM von Tag 1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4538624"/>
                <a:gridCol w="353004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Azure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Aufgabe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Tag 1 (Multipass)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Virtuelle Maschine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CPU und RAM (Compute)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--cpus, --memory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OS-Datenträger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Disk mit dem Betriebssystem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--disk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Netzwerkschnittstelle (NIC)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verbindet mit dem Subnetz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IP in multipass list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VNet + Subnetz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privates Netz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kleines Netz von Hyper-V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Öffentliche 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erreichbar aus dem Internet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gab es nicht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NSG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Firewall-Regeln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gab es nicht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VM-Grössen lesen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566928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51206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Standard_B2ats_v2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│││││ └ Version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││││└ s = Premium SSD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│││└ t = wenig RAM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││└ a = AMD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│└ 2 = vCPUs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└ B = Serie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0" y="1325880"/>
            <a:ext cx="5059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Standard_B1s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1 vCPU, 1 GiB RAM – Übungen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583680" y="2468880"/>
            <a:ext cx="5059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Standard_B2ats_v2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2 vCPU, 1 GiB RAM – Übungen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3611880"/>
            <a:ext cx="5059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Standard_B2s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2 vCPU, 4 GiB RAM – etwas mehr Last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583680" y="4754880"/>
            <a:ext cx="50593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B-Serie = burstable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sammelt Guthaben bei wenig Last – ideal für Übungen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Status und Kosten</a:t>
            </a:r>
            <a:endParaRPr lang="en-US" sz="3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034333"/>
                <a:gridCol w="3530041"/>
                <a:gridCol w="353004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Was läuft?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Was kostet?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Wird ausgeführt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alles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Compute + Disk + 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Beendet (sudo poweroff)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nichts – Hardware bleibt reserviert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weiterhin Compute + Disk + 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Beendet (Zuordnung aufgehoben)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nichts – Hardware frei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nur Disk + IP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Gelöscht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–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nichts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Herunterfahren aus der VM spart kein Geld. Am einfachsten: Ressourcengruppe löschen.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Anmelden mit deinem SSH-Schlüssel</a:t>
            </a:r>
            <a:endParaRPr lang="en-US" sz="3400" dirty="0"/>
          </a:p>
        </p:txBody>
      </p:sp>
      <p:sp>
        <p:nvSpPr>
          <p:cNvPr id="3" name="schritt"/>
          <p:cNvSpPr/>
          <p:nvPr/>
        </p:nvSpPr>
        <p:spPr>
          <a:xfrm>
            <a:off x="548640" y="1691640"/>
            <a:ext cx="3423818" cy="3017520"/>
          </a:xfrm>
          <a:prstGeom prst="roundRect">
            <a:avLst>
              <a:gd name="adj" fmla="val 363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schritt-nr"/>
          <p:cNvSpPr/>
          <p:nvPr/>
        </p:nvSpPr>
        <p:spPr>
          <a:xfrm>
            <a:off x="1940509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40509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743200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Anzeigen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2900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In PowerShell: Get-Content ~\.ssh\id_ed25519.pub</a:t>
            </a:r>
            <a:endParaRPr lang="en-US" sz="1600" dirty="0"/>
          </a:p>
        </p:txBody>
      </p:sp>
      <p:sp>
        <p:nvSpPr>
          <p:cNvPr id="8" name="pfeil"/>
          <p:cNvSpPr/>
          <p:nvPr/>
        </p:nvSpPr>
        <p:spPr>
          <a:xfrm>
            <a:off x="4036466" y="3063240"/>
            <a:ext cx="283464" cy="274320"/>
          </a:xfrm>
          <a:prstGeom prst="rightArrow">
            <a:avLst/>
          </a:prstGeom>
          <a:solidFill>
            <a:srgbClr val="6F6F6F"/>
          </a:solidFill>
          <a:ln w="12700">
            <a:solidFill>
              <a:srgbClr val="6F6F6F"/>
            </a:solidFill>
            <a:prstDash val="solid"/>
          </a:ln>
        </p:spPr>
      </p:sp>
      <p:sp>
        <p:nvSpPr>
          <p:cNvPr id="9" name="schritt"/>
          <p:cNvSpPr/>
          <p:nvPr/>
        </p:nvSpPr>
        <p:spPr>
          <a:xfrm>
            <a:off x="4383938" y="1691640"/>
            <a:ext cx="3423818" cy="3017520"/>
          </a:xfrm>
          <a:prstGeom prst="roundRect">
            <a:avLst>
              <a:gd name="adj" fmla="val 363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schritt-nr"/>
          <p:cNvSpPr/>
          <p:nvPr/>
        </p:nvSpPr>
        <p:spPr>
          <a:xfrm>
            <a:off x="5775808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775808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66818" y="2743200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Mitgeben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66818" y="342900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Im Portal als vorhandenen öffentlichen Schlüssel einfügen</a:t>
            </a:r>
            <a:endParaRPr lang="en-US" sz="1600" dirty="0"/>
          </a:p>
        </p:txBody>
      </p:sp>
      <p:sp>
        <p:nvSpPr>
          <p:cNvPr id="14" name="pfeil"/>
          <p:cNvSpPr/>
          <p:nvPr/>
        </p:nvSpPr>
        <p:spPr>
          <a:xfrm>
            <a:off x="7871765" y="3063240"/>
            <a:ext cx="283464" cy="274320"/>
          </a:xfrm>
          <a:prstGeom prst="rightArrow">
            <a:avLst/>
          </a:prstGeom>
          <a:solidFill>
            <a:srgbClr val="6F6F6F"/>
          </a:solidFill>
          <a:ln w="12700">
            <a:solidFill>
              <a:srgbClr val="6F6F6F"/>
            </a:solidFill>
            <a:prstDash val="solid"/>
          </a:ln>
        </p:spPr>
      </p:sp>
      <p:sp>
        <p:nvSpPr>
          <p:cNvPr id="15" name="schritt"/>
          <p:cNvSpPr/>
          <p:nvPr/>
        </p:nvSpPr>
        <p:spPr>
          <a:xfrm>
            <a:off x="8219237" y="1691640"/>
            <a:ext cx="3423818" cy="3017520"/>
          </a:xfrm>
          <a:prstGeom prst="roundRect">
            <a:avLst>
              <a:gd name="adj" fmla="val 3636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6" name="schritt-nr"/>
          <p:cNvSpPr/>
          <p:nvPr/>
        </p:nvSpPr>
        <p:spPr>
          <a:xfrm>
            <a:off x="9611106" y="196596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11106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2743200"/>
            <a:ext cx="305805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7303A"/>
                </a:solidFill>
              </a:rPr>
              <a:t>Verbinden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3429000"/>
            <a:ext cx="305805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ssh azureuser@&lt;öffentliche-ip&gt; – vom Laptop aus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0749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7303A"/>
                </a:solidFill>
              </a:rPr>
              <a:t>Den privaten Schlüssel gibst du nie heraus. In Azure landet nur der öffentliche.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Wenn SSH nicht klappt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538624"/>
                <a:gridCol w="655579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Meldung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Häufige Ursache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Connection timed out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Port 22 in der NSG zu, falsche IP, VM gestoppt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Permission denied (publickey)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falscher Schlüssel oder falscher Benutzername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REMOTE HOST IDENTIFICATION HAS CHANGED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neue VM unter alter IP → ssh-keygen -R &lt;ip&gt;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Bestandteile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Welche Ressourcen findest du nach dem Erstellen einer VM in der Ressourcengruppe?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Kosten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Kostet die VM nach sudo poweroff noch etwas?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Grösse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bedeutet die 2 in Standard_B2s?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305775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72034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theorie/04-azure-compute.md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40178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68046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Erstellen einer Linux-VM in Azure · Zustände und Abrechnung von VMs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Auftrag 3.1: Linux-VM im Portal erstellen und per SSH verbinden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Azure Compute</dc:title>
  <dc:subject>PptxGenJS Presentation</dc:subject>
  <dc:creator>PAT Cloud Solutions</dc:creator>
  <cp:lastModifiedBy>PAT Cloud Solutions</cp:lastModifiedBy>
  <cp:revision>1</cp:revision>
  <dcterms:created xsi:type="dcterms:W3CDTF">2026-10-19T15:49:09Z</dcterms:created>
  <dcterms:modified xsi:type="dcterms:W3CDTF">2026-10-19T15:49:09Z</dcterms:modified>
</cp:coreProperties>
</file>