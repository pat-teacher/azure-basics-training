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ute" id="{daa2b794-15c7-2ccc-c2a8-a7ebef330e2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theorie/04-azure-compute.md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VM im Portal erstellen, danach die Ressourcengruppe öffnen und alle Teile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Verfügbarkeit im Student-Abo vorher prüfen: Filter «Für kostenlose Dienste berechtigt».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VM, Disk, NIC, VNet, öffentliche IP, NSG. Ja. Zwei vCPUs.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Compute: virtuelle Maschinen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Woraus besteht eine Azure-VM?</a:t>
            </a:r>
            <a:endParaRPr lang="en-US" sz="3400" dirty="0"/>
          </a:p>
        </p:txBody>
      </p:sp>
      <p:pic>
        <p:nvPicPr>
          <p:cNvPr id="3" name="diagramm" descr="Woraus besteht eine Azure-V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1727"/>
            <a:ext cx="11094415" cy="46374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Vergleich mit deiner VM von Tag 1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4538624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Azure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Aufgabe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 1 (Multipass)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Virtuelle Maschine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CPU und RAM (Compute)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--cpus, --memory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OS-Datenträger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Disk mit dem Betriebssystem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--disk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Netzwerkschnittstelle (NIC)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verbindet mit dem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 in multipass list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+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privates 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kleines Netz von Hyper-V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Öffentliche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erreichbar aus dem Internet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Firewall-Regeln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VM-Grössen lesen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56692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1206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Standard_B2ats_v2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│││││ └ Version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││││└ s = Premium SSD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│││└ t = wenig 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││└ a = AMD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│└ 2 = vCPUs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└ B = Serie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25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Standard_B1s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1 vCPU, 1 GiB RAM – Übungen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468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Standard_B2ats_v2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1 GiB RAM – Übungen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3611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4 GiB RAM – etwas mehr Last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4754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B-Serie = burstable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sammelt Guthaben bei wenig Last – ideal für Übungen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Status und Kosten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34333"/>
                <a:gridCol w="3530041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läuft?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kostet?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Wird ausgeführt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(sudo poweroff)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bleibt reserviert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weiterhin 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(Zuordnung aufgehoben)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frei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Gelöscht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Herunterfahren aus der VM spart kein Geld. Am einfachsten: Ressourcengruppe löschen.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Anmelden mit deinem SSH-Schlüssel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940509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40509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In PowerShell: Get-Content ~\.ssh\id_ed25519.pub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403646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4383938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577580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7580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Mitgeben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Im Portal als vorhandenen öffentlichen Schlüssel einfügen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7871765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8219237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9611106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110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Verbinden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ssh azureuser@&lt;öffentliche-ip&gt; – vom Laptop aus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Den privaten Schlüssel gibst du nie heraus. In Azure landet nur der öffentliche.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Wenn SSH nicht klappt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Meldung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Häufige Ursache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Connection timed out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 22 in der NSG zu, falsche IP, VM gestoppt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Permission denied (publickey)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falscher Schlüssel oder falscher Benutzername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REMOTE HOST IDENTIFICATION HAS CHANGED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neue VM unter alter IP → ssh-keygen -R &lt;ip&gt;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 Ressourcen findest du nach dem Erstellen einer VM in der Ressourcengruppe?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Kostet die VM nach sudo poweroff noch etwas?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Grösse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bedeutet die 2 in Standard_B2s?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theorie/04-azure-compute.md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Erstellen einer Linux-VM in Azure · Zustände und Abrechnung von VMs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3.1: Linux-VM im Portal erstellen und per SSH verbinden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Compute</dc:title>
  <dc:subject>PptxGenJS Presentation</dc:subject>
  <dc:creator>PAT Cloud Solutions</dc:creator>
  <cp:lastModifiedBy>PAT Cloud Solutions</cp:lastModifiedBy>
  <cp:revision>1</cp:revision>
  <dcterms:created xsi:type="dcterms:W3CDTF">2026-10-20T10:46:31Z</dcterms:created>
  <dcterms:modified xsi:type="dcterms:W3CDTF">2026-10-20T10:46:31Z</dcterms:modified>
</cp:coreProperties>
</file>