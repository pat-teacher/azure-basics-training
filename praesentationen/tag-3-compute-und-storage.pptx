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5ee52c2b-c409-54f6-5f38-c1339ddee2ea}">
          <p14:sldIdLst>
            <p14:sldId id="256"/>
            <p14:sldId id="257"/>
          </p14:sldIdLst>
        </p14:section>
        <p14:section name="Heute" id="{d7c64f9b-729e-6070-be38-5e303a578a40}">
          <p14:sldIdLst>
            <p14:sldId id="258"/>
            <p14:sldId id="259"/>
            <p14:sldId id="260"/>
            <p14:sldId id="261"/>
          </p14:sldIdLst>
        </p14:section>
        <p14:section name="Abschluss" id="{11b6ddcc-a2f2-bb75-23a6-e3b0d9425f31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IaaS / SaaS / PaaS. Alles wird gelöscht. az group list --output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Kosten erscheinen mit Verzögerung – evtl. am Tag 4 nochmals anschauen.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Tag 3: Azure Compute und Storage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Einführung in Cloud Computing mit Microsoft Azure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Rückblick Tag 2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Beantworte die Fragen mit deinem Partner – 5 Minuten.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Servicemodell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Azure Virtual Machines, Microsoft Teams, Azure App Service – IaaS, PaaS oder SaaS?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Ressourcengruppe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Was passiert mit allen Ressourcen, wenn du die Ressourcengruppe löschst?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CLI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Mit welchem Befehl zeigst du alle Ressourcengruppen als Tabelle an?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Ziele heute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Server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Server" descr="C:\Users\Thanam\AppData\Local\Temp\claude\c--Projekt-Trainings-azure-basics-training\a9e0bf4e-0d08-4082-a38a-5b8886538508\scratchpad\pptx\assets\icons\Fa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VM bereitstellen (K3)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stellst eine Linux-VM in Azure bereit und meldest dich per SSH an.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Cubes"/>
          <p:cNvSpPr/>
          <p:nvPr/>
        </p:nvSpPr>
        <p:spPr>
          <a:xfrm>
            <a:off x="650732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Cubes" descr="C:\Users\Thanam\AppData\Local\Temp\claude\c--Projekt-Trainings-azure-basics-training\a9e0bf4e-0d08-4082-a38a-5b8886538508\scratchpad\pptx\assets\icons\FaCub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Bestandteile (K2)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erklärst, woraus eine VM besteht und was sie kostet.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548640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Database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Database" descr="C:\Users\Thanam\AppData\Local\Temp\claude\c--Projekt-Trainings-azure-basics-training\a9e0bf4e-0d08-4082-a38a-5b8886538508\scratchpad\pptx\assets\icons\Fa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Storage Account (K3)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legst einen Storage Account an und lädst Dateien als Blob hoch.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6233008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ExchangeAlt"/>
          <p:cNvSpPr/>
          <p:nvPr/>
        </p:nvSpPr>
        <p:spPr>
          <a:xfrm>
            <a:off x="650732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ExchangeAlt" descr="C:\Users\Thanam\AppData\Local\Temp\claude\c--Projekt-Trainings-azure-basics-training\a9e0bf4e-0d08-4082-a38a-5b8886538508\scratchpad\pptx\assets\icons\FaExchange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47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30288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Tag 1 und Azure (K2)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6507328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beschreibst, was deine Multipass-VM und die Azure-VM gemeinsam haben.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Ablauf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210300"/>
                <a:gridCol w="2218883"/>
                <a:gridCol w="7665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Lektion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Inhalt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Einstieg, Input 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Rückblick · Azure Virtual Machines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L2–L3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3.1: VM im Portal · 3.2: Was gehört zur VM?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3.3: VM mit der Azure CLI, Webserver von Hand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Input 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 Storage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L5–L6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3.4: Storage Account und Blob-Container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3.5: Statische Website · ⭐ 3.6: SAS-Token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L8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Abschluss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Ressourcengruppen löschen · Kostenanalyse · Exit-Ticket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Aufträge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67833"/>
                <a:gridCol w="7785555"/>
                <a:gridCol w="214102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Nr.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Auftrag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Form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3.1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Linux-VM im Portal erstellen und per SSH verbinden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3.2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Was gehört alles zur VM? Ressourcen untersuchen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3.3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Dieselbe VM mit der Azure CLI, Webserver von Hand installieren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3.4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Storage Account und Blob-Container, Dateien hochladen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3.5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Statische Website im Storage Account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⭐ 3.6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Datei per SAS-Token zeitlich begrenzt teilen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Kosten im Griff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Microchip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Microchip" descr="C:\Users\Thanam\AppData\Local\Temp\claude\c--Projekt-Trainings-azure-basics-training\a9e0bf4e-0d08-4082-a38a-5b8886538508\scratchpad\pptx\assets\icons\FaMicroch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Kleine Grössen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Nur Grössen mit «Für kostenlose Dienste berechtigt», z. B. Standard_B1s.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Server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Server" descr="C:\Users\Thanam\AppData\Local\Temp\claude\c--Projekt-Trainings-azure-basics-training\a9e0bf4e-0d08-4082-a38a-5b8886538508\scratchpad\pptx\assets\icons\Fa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Eine VM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Nur eine VM gleichzeitig laufen lassen.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TrashAlt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TrashAlt" descr="C:\Users\Thanam\AppData\Local\Temp\claude\c--Projekt-Trainings-azure-basics-training\a9e0bf4e-0d08-4082-a38a-5b8886538508\scratchpad\pptx\assets\icons\FaTrash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Löschen statt herunterfahren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sudo poweroff spart kein Geld. Am Ende die Ressourcengruppe löschen.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Abschluss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Coins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Coins" descr="C:\Users\Thanam\AppData\Local\Temp\claude\c--Projekt-Trainings-azure-basics-training\a9e0bf4e-0d08-4082-a38a-5b8886538508\scratchpad\pptx\assets\icons\Fa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Kostenanalyse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Abonnement &gt; Kostenverwaltung &gt; Kostenanalyse: Was hat dein Tag gekostet?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DoorOpen"/>
          <p:cNvSpPr/>
          <p:nvPr/>
        </p:nvSpPr>
        <p:spPr>
          <a:xfrm>
            <a:off x="650732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DoorOpen" descr="C:\Users\Thanam\AppData\Local\Temp\claude\c--Projekt-Trainings-azure-basics-training\a9e0bf4e-0d08-4082-a38a-5b8886538508\scratchpad\pptx\assets\icons\FaDoor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Exit-Ticket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Nenne drei Ressourcen, die beim Erstellen einer VM zusätzlich entstehen.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Morgen: Netzwerke bauen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Tag 4 · Azure Networking</a:t>
            </a:r>
            <a:endParaRPr lang="en-US" sz="2000" dirty="0"/>
          </a:p>
        </p:txBody>
      </p:sp>
      <p:sp>
        <p:nvSpPr>
          <p:cNvPr id="4" name="karte-dunkel"/>
          <p:cNvSpPr/>
          <p:nvPr/>
        </p:nvSpPr>
        <p:spPr>
          <a:xfrm>
            <a:off x="548640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323C48"/>
          </a:solidFill>
          <a:ln w="12700">
            <a:solidFill>
              <a:srgbClr val="323C48"/>
            </a:solidFill>
            <a:prstDash val="solid"/>
          </a:ln>
        </p:spPr>
      </p:sp>
      <p:sp>
        <p:nvSpPr>
          <p:cNvPr id="5" name="icon-kreis-FaSitemap"/>
          <p:cNvSpPr/>
          <p:nvPr/>
        </p:nvSpPr>
        <p:spPr>
          <a:xfrm>
            <a:off x="822960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Sitemap" descr="C:\Users\Thanam\AppData\Local\Temp\claude\c--Projekt-Trainings-azure-basics-training\a9e0bf4e-0d08-4082-a38a-5b8886538508\scratchpad\pptx\assets\icons\Fa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4039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Subnetting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EE2FB"/>
                </a:solidFill>
              </a:rPr>
              <a:t>CIDR auffrischen: Was bedeutet /24?</a:t>
            </a:r>
            <a:endParaRPr lang="en-US" sz="1600" dirty="0"/>
          </a:p>
        </p:txBody>
      </p:sp>
      <p:sp>
        <p:nvSpPr>
          <p:cNvPr id="9" name="karte-dunkel"/>
          <p:cNvSpPr/>
          <p:nvPr/>
        </p:nvSpPr>
        <p:spPr>
          <a:xfrm>
            <a:off x="6233008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323C48"/>
          </a:solidFill>
          <a:ln w="12700">
            <a:solidFill>
              <a:srgbClr val="323C48"/>
            </a:solidFill>
            <a:prstDash val="solid"/>
          </a:ln>
        </p:spPr>
      </p:sp>
      <p:sp>
        <p:nvSpPr>
          <p:cNvPr id="10" name="icon-kreis-FaShieldAlt"/>
          <p:cNvSpPr/>
          <p:nvPr/>
        </p:nvSpPr>
        <p:spPr>
          <a:xfrm>
            <a:off x="6507328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ShieldAlt" descr="C:\Users\Thanam\AppData\Local\Temp\claude\c--Projekt-Trainings-azure-basics-training\a9e0bf4e-0d08-4082-a38a-5b8886538508\scratchpad\pptx\assets\icons\FaShield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403981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30288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NSG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507328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EE2FB"/>
                </a:solidFill>
              </a:rPr>
              <a:t>Wer darf rein – und wer nicht?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Tag 3: Azure Compute und Storage</dc:title>
  <dc:subject>PptxGenJS Presentation</dc:subject>
  <dc:creator>PAT Cloud Solutions</dc:creator>
  <cp:lastModifiedBy>PAT Cloud Solutions</cp:lastModifiedBy>
  <cp:revision>1</cp:revision>
  <dcterms:created xsi:type="dcterms:W3CDTF">2026-10-19T15:49:08Z</dcterms:created>
  <dcterms:modified xsi:type="dcterms:W3CDTF">2026-10-19T15:49:08Z</dcterms:modified>
</cp:coreProperties>
</file>