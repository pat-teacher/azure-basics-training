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ufbau" id="{eff2c0c5-6cf5-24b0-99cc-a231a4e9e5ac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Werkzeuge" id="{352924c6-f5d5-1898-9067-3fcd208410ee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theorie/03-azure-aufbau.md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Alltagsvergleich: Region = Stadt, Zonen = Quartiere mit eigenem Strom- und Wassernetz. Live: Azure-Infrastrukturkarte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Verwaltungsgruppen nur in grossen Firmen. Für den Kurs relevant: Abonnement und Ressourcengruppe.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Portal, CLI und Bicep schicken ihre Anfrage an ARM. Darum ist das Ergebnis immer gleich.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 in der Cloud Shell. --output table und --query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Optionaler Auftrag 2.7. Nicht im Vertragsumfang, darum als Zusatz.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Region = Gebiet mit mehreren RZ, Zone = unabhängiger Teil darin. VM wird mitgelöscht. az group list --output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Aufbau von Azure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Input 2 und 3 · Tag 2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Regionen und Verfügbarkeitszonen (Availability Zones)</a:t>
            </a:r>
            <a:endParaRPr lang="en-US" sz="3400" dirty="0"/>
          </a:p>
        </p:txBody>
      </p:sp>
      <p:pic>
        <p:nvPicPr>
          <p:cNvPr id="3" name="diagramm" descr="Regionen und Verfügbarkeitszonen (Availability Zones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72671"/>
            <a:ext cx="11094415" cy="441557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Warum ist die Region wichtig?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19456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olt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olt" descr="C:\Users\Thanam\AppData\Local\Temp\claude\c--Projekt-Trainings-azure-basics-training\a7a6b8eb-22f3-4b42-aecc-5af05d1502b1\scratchpad\folien\assets\icons\Fa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62249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46888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Nähe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Kurze Wege, schnelle Antwortzeiten.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19456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hieldAlt"/>
          <p:cNvSpPr/>
          <p:nvPr/>
        </p:nvSpPr>
        <p:spPr>
          <a:xfrm>
            <a:off x="4612538" y="246888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hieldAlt" descr="C:\Users\Thanam\AppData\Local\Temp\claude\c--Projekt-Trainings-azure-basics-training\a7a6b8eb-22f3-4b42-aecc-5af05d1502b1\scratchpad\folien\assets\icons\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62249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46888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Recht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291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Daten von Schweizer Firmen sollen oft in der Schweiz bleiben.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19456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oins"/>
          <p:cNvSpPr/>
          <p:nvPr/>
        </p:nvSpPr>
        <p:spPr>
          <a:xfrm>
            <a:off x="8402117" y="246888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oins" descr="C:\Users\Thanam\AppData\Local\Temp\claude\c--Projekt-Trainings-azure-basics-training\a7a6b8eb-22f3-4b42-aecc-5af05d1502b1\scratchpad\folien\assets\icons\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62249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46888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Preis und Angebot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291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Nicht jede VM-Grösse gibt es überall. Preise unterscheiden sich.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692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Azure for Students erlaubt oft nur bestimmte Regionen – prüfe zuerst, welche (Auftrag 2.2).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Vom Mandanten (Tenant) bis zur Ressource</a:t>
            </a:r>
            <a:endParaRPr lang="en-US" sz="3400" dirty="0"/>
          </a:p>
        </p:txBody>
      </p:sp>
      <p:pic>
        <p:nvPicPr>
          <p:cNvPr id="3" name="diagramm" descr="Vom Mandanten (Tenant) bis zur Ressou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6124" y="1325880"/>
            <a:ext cx="9459448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Die Ressourcengruppe (Resource Group)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FolderOpen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FolderOpen" descr="C:\Users\Thanam\AppData\Local\Temp\claude\c--Projekt-Trainings-azure-basics-training\a7a6b8eb-22f3-4b42-aecc-5af05d1502b1\scratchpad\folien\assets\icons\FaFolder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Ein Ordner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für alles, was zusammengehört und gemeinsam lebt und stirbt.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TrashAl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TrashAlt" descr="C:\Users\Thanam\AppData\Local\Temp\claude\c--Projekt-Trainings-azure-basics-training\a7a6b8eb-22f3-4b42-aecc-5af05d1502b1\scratchpad\folien\assets\icons\FaTrash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Löschen = alles weg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Genau das nutzt du am Ende jedes Labs zum Aufräumen.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lipboardList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lipboardList" descr="C:\Users\Thanam\AppData\Local\Temp\claude\c--Projekt-Trainings-azure-basics-training\a7a6b8eb-22f3-4b42-aecc-5af05d1502b1\scratchpad\folien\assets\icons\FaClipboard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Tags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Etiketten wie kurs=azure-basics – zum Filtern und für die Kostenanalyse.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Ein Eingang für alles: Azure Resource Manager</a:t>
            </a:r>
            <a:endParaRPr lang="en-US" sz="3400" dirty="0"/>
          </a:p>
        </p:txBody>
      </p:sp>
      <p:pic>
        <p:nvPicPr>
          <p:cNvPr id="3" name="diagramm" descr="Ein Eingang für alles: Azure Resource Mana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492" y="1325880"/>
            <a:ext cx="11002710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Cloud Shell und Azure CLI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Input 3 · Tag 2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Werkzeuge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GlobeEurope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GlobeEurope" descr="C:\Users\Thanam\AppData\Local\Temp\claude\c--Projekt-Trainings-azure-basics-training\a7a6b8eb-22f3-4b42-aecc-5af05d1502b1\scratchpad\folien\assets\icons\FaGlobeEur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Portal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portal.azure.com – zum Lernen und Kontrollieren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3390824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Terminal"/>
          <p:cNvSpPr/>
          <p:nvPr/>
        </p:nvSpPr>
        <p:spPr>
          <a:xfrm>
            <a:off x="3665144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Terminal" descr="C:\Users\Thanam\AppData\Local\Temp\claude\c--Projekt-Trainings-azure-basics-training\a7a6b8eb-22f3-4b42-aecc-5af05d1502b1\scratchpad\folien\assets\icons\FaTerm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763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8104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 Shell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Terminal im Browser, CLI schon angemeldet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6233008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ode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ode" descr="C:\Users\Thanam\AppData\Local\Temp\claude\c--Projekt-Trainings-azure-basics-training\a7a6b8eb-22f3-4b42-aecc-5af05d1502b1\scratchpad\folien\assets\icons\Fa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0288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Azure CLI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 … – wiederholbar, für Skripte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9075191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FileCode"/>
          <p:cNvSpPr/>
          <p:nvPr/>
        </p:nvSpPr>
        <p:spPr>
          <a:xfrm>
            <a:off x="9349511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FileCode" descr="C:\Users\Thanam\AppData\Local\Temp\claude\c--Projekt-Trainings-azure-basics-training\a7a6b8eb-22f3-4b42-aecc-5af05d1502b1\scratchpad\folien\assets\icons\FaFile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131" y="28739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72471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Bicep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Infrastruktur als Code – Tag 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So ist ein CLI-Befehl aufgebaut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03504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48640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group create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rg-tag2-mm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--location switzerlandnorth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--tags kurs=azure-basics tag=2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group list --output table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group delete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rg-tag2-mm --yes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949440" y="1325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az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die Azure CLI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949440" y="2468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group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Ressourcentyp: group, vm, storage account, network vnet …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3611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create / list / delete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Aktion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949440" y="4754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--name, --location …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Parameter. Hilfe: az group create --help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Nützliche Helfer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538624"/>
                <a:gridCol w="655579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Befehl / Option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Wirkung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 &lt;befehl&gt; --help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alle Optionen und Beispiele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--output table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lesbare Tabelle statt JSON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--query "[].name"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bestimmte Felder anzeigen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 account show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Mit welchem Konto und Abonnement bin ich verbunden?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 group list -o table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Welche Ressourcengruppen habe ich?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Ausblick: Wer darf was?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UserShield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UserShield" descr="C:\Users\Thanam\AppData\Local\Temp\claude\c--Projekt-Trainings-azure-basics-training\a7a6b8eb-22f3-4b42-aecc-5af05d1502b1\scratchpad\folien\assets\icons\Fa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Rollen (RBAC)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Rolle: Leser, Mitwirkender, Besitzer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für einen Bereich (Scope), z. B. eine Ressourcengruppe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Merksatz: wer – was – wo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Lock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Lock" descr="C:\Users\Thanam\AppData\Local\Temp\claude\c--Projekt-Trainings-azure-basics-training\a7a6b8eb-22f3-4b42-aecc-5af05d1502b1\scratchpad\folien\assets\icons\Fa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Bedingter Zugriff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Regeln für die Anmeldung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z. B. nur mit Multi-Faktor-Authentifizierung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auf Englisch: Conditional Access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Üben nur in den Challenge Labs (Learn on Demand) – Azure for Students hat keine Rechte in Entra ID.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Region oder Zone?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ist der Unterschied zwischen einer Region und einer Verfügbarkeitszone?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Löschen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löschst rg-tag3-mm. Was passiert mit der VM darin?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CLI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Wie zeigst du alle Ressourcengruppen als Tabelle an?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7a6b8eb-22f3-4b42-aecc-5af05d1502b1\scratchpad\folien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305775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72034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theorie/03-azure-aufbau.md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7a6b8eb-22f3-4b42-aecc-5af05d1502b1\scratchpad\folien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40178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68046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Beschreiben der Kernkomponenten der Azure-Architektur · Erste Schritte mit der Azure CLI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Auftrag 2.2–2.4: Abonnement erkunden, Ressourcengruppe im Portal und mit der CLI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Aufbau von Azure</dc:title>
  <dc:subject>PptxGenJS Presentation</dc:subject>
  <dc:creator>PAT Cloud Solutions</dc:creator>
  <cp:lastModifiedBy>PAT Cloud Solutions</cp:lastModifiedBy>
  <cp:revision>1</cp:revision>
  <dcterms:created xsi:type="dcterms:W3CDTF">2026-10-25T19:46:04Z</dcterms:created>
  <dcterms:modified xsi:type="dcterms:W3CDTF">2026-10-25T19:46:04Z</dcterms:modified>
</cp:coreProperties>
</file>